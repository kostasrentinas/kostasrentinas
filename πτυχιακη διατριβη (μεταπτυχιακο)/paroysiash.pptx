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sldIdLst>
    <p:sldId id="256" r:id="rId2"/>
    <p:sldId id="257" r:id="rId3"/>
    <p:sldId id="258" r:id="rId4"/>
    <p:sldId id="261" r:id="rId5"/>
    <p:sldId id="266" r:id="rId6"/>
    <p:sldId id="265" r:id="rId7"/>
    <p:sldId id="264" r:id="rId8"/>
    <p:sldId id="263" r:id="rId9"/>
    <p:sldId id="262" r:id="rId10"/>
    <p:sldId id="259" r:id="rId11"/>
    <p:sldId id="267" r:id="rId12"/>
    <p:sldId id="260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E9D82F-63F4-139E-3458-671B621D710F}" v="177" dt="2025-12-20T15:54:18.983"/>
    <p1510:client id="{DDC9E94C-BC82-805B-E644-8F9914F1F799}" v="31" dt="2025-12-20T16:02:42.6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nstantinos-Panagiotis Rentinas" userId="S::k-p.rentinas@epsilonstudent.edu.gr::550528bf-74f0-47e9-9bfa-e1ea6ba62bd3" providerId="AD" clId="Web-{DDC9E94C-BC82-805B-E644-8F9914F1F799}"/>
    <pc:docChg chg="modSld">
      <pc:chgData name="Konstantinos-Panagiotis Rentinas" userId="S::k-p.rentinas@epsilonstudent.edu.gr::550528bf-74f0-47e9-9bfa-e1ea6ba62bd3" providerId="AD" clId="Web-{DDC9E94C-BC82-805B-E644-8F9914F1F799}" dt="2025-12-20T16:02:39.953" v="29" actId="20577"/>
      <pc:docMkLst>
        <pc:docMk/>
      </pc:docMkLst>
      <pc:sldChg chg="modSp">
        <pc:chgData name="Konstantinos-Panagiotis Rentinas" userId="S::k-p.rentinas@epsilonstudent.edu.gr::550528bf-74f0-47e9-9bfa-e1ea6ba62bd3" providerId="AD" clId="Web-{DDC9E94C-BC82-805B-E644-8F9914F1F799}" dt="2025-12-20T15:56:09.036" v="1" actId="20577"/>
        <pc:sldMkLst>
          <pc:docMk/>
          <pc:sldMk cId="109857222" sldId="256"/>
        </pc:sldMkLst>
        <pc:spChg chg="mod">
          <ac:chgData name="Konstantinos-Panagiotis Rentinas" userId="S::k-p.rentinas@epsilonstudent.edu.gr::550528bf-74f0-47e9-9bfa-e1ea6ba62bd3" providerId="AD" clId="Web-{DDC9E94C-BC82-805B-E644-8F9914F1F799}" dt="2025-12-20T15:56:09.036" v="1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Konstantinos-Panagiotis Rentinas" userId="S::k-p.rentinas@epsilonstudent.edu.gr::550528bf-74f0-47e9-9bfa-e1ea6ba62bd3" providerId="AD" clId="Web-{DDC9E94C-BC82-805B-E644-8F9914F1F799}" dt="2025-12-20T16:02:39.953" v="29" actId="20577"/>
        <pc:sldMkLst>
          <pc:docMk/>
          <pc:sldMk cId="1293184013" sldId="257"/>
        </pc:sldMkLst>
        <pc:spChg chg="mod">
          <ac:chgData name="Konstantinos-Panagiotis Rentinas" userId="S::k-p.rentinas@epsilonstudent.edu.gr::550528bf-74f0-47e9-9bfa-e1ea6ba62bd3" providerId="AD" clId="Web-{DDC9E94C-BC82-805B-E644-8F9914F1F799}" dt="2025-12-20T16:02:39.953" v="29" actId="20577"/>
          <ac:spMkLst>
            <pc:docMk/>
            <pc:sldMk cId="1293184013" sldId="257"/>
            <ac:spMk id="3" creationId="{6F1F44D0-BFCF-D2A8-D589-0B8CB3C493E0}"/>
          </ac:spMkLst>
        </pc:spChg>
      </pc:sldChg>
      <pc:sldChg chg="modSp">
        <pc:chgData name="Konstantinos-Panagiotis Rentinas" userId="S::k-p.rentinas@epsilonstudent.edu.gr::550528bf-74f0-47e9-9bfa-e1ea6ba62bd3" providerId="AD" clId="Web-{DDC9E94C-BC82-805B-E644-8F9914F1F799}" dt="2025-12-20T16:02:25.264" v="25" actId="20577"/>
        <pc:sldMkLst>
          <pc:docMk/>
          <pc:sldMk cId="217759567" sldId="258"/>
        </pc:sldMkLst>
        <pc:spChg chg="mod">
          <ac:chgData name="Konstantinos-Panagiotis Rentinas" userId="S::k-p.rentinas@epsilonstudent.edu.gr::550528bf-74f0-47e9-9bfa-e1ea6ba62bd3" providerId="AD" clId="Web-{DDC9E94C-BC82-805B-E644-8F9914F1F799}" dt="2025-12-20T16:02:25.264" v="25" actId="20577"/>
          <ac:spMkLst>
            <pc:docMk/>
            <pc:sldMk cId="217759567" sldId="258"/>
            <ac:spMk id="3" creationId="{124A8BD8-05B2-8088-14C6-D0740605224D}"/>
          </ac:spMkLst>
        </pc:spChg>
      </pc:sldChg>
      <pc:sldChg chg="modSp">
        <pc:chgData name="Konstantinos-Panagiotis Rentinas" userId="S::k-p.rentinas@epsilonstudent.edu.gr::550528bf-74f0-47e9-9bfa-e1ea6ba62bd3" providerId="AD" clId="Web-{DDC9E94C-BC82-805B-E644-8F9914F1F799}" dt="2025-12-20T15:57:25.132" v="8" actId="20577"/>
        <pc:sldMkLst>
          <pc:docMk/>
          <pc:sldMk cId="115624719" sldId="259"/>
        </pc:sldMkLst>
        <pc:spChg chg="mod">
          <ac:chgData name="Konstantinos-Panagiotis Rentinas" userId="S::k-p.rentinas@epsilonstudent.edu.gr::550528bf-74f0-47e9-9bfa-e1ea6ba62bd3" providerId="AD" clId="Web-{DDC9E94C-BC82-805B-E644-8F9914F1F799}" dt="2025-12-20T15:57:25.132" v="8" actId="20577"/>
          <ac:spMkLst>
            <pc:docMk/>
            <pc:sldMk cId="115624719" sldId="259"/>
            <ac:spMk id="3" creationId="{9335B7C0-3BC7-978B-DA06-56AE11F163C4}"/>
          </ac:spMkLst>
        </pc:spChg>
      </pc:sldChg>
      <pc:sldChg chg="modSp">
        <pc:chgData name="Konstantinos-Panagiotis Rentinas" userId="S::k-p.rentinas@epsilonstudent.edu.gr::550528bf-74f0-47e9-9bfa-e1ea6ba62bd3" providerId="AD" clId="Web-{DDC9E94C-BC82-805B-E644-8F9914F1F799}" dt="2025-12-20T15:57:44.602" v="10" actId="20577"/>
        <pc:sldMkLst>
          <pc:docMk/>
          <pc:sldMk cId="1525726480" sldId="260"/>
        </pc:sldMkLst>
        <pc:spChg chg="mod">
          <ac:chgData name="Konstantinos-Panagiotis Rentinas" userId="S::k-p.rentinas@epsilonstudent.edu.gr::550528bf-74f0-47e9-9bfa-e1ea6ba62bd3" providerId="AD" clId="Web-{DDC9E94C-BC82-805B-E644-8F9914F1F799}" dt="2025-12-20T15:57:44.602" v="10" actId="20577"/>
          <ac:spMkLst>
            <pc:docMk/>
            <pc:sldMk cId="1525726480" sldId="260"/>
            <ac:spMk id="3" creationId="{A5E5CE32-0045-BF29-5891-9635BC81456D}"/>
          </ac:spMkLst>
        </pc:spChg>
      </pc:sldChg>
      <pc:sldChg chg="modSp">
        <pc:chgData name="Konstantinos-Panagiotis Rentinas" userId="S::k-p.rentinas@epsilonstudent.edu.gr::550528bf-74f0-47e9-9bfa-e1ea6ba62bd3" providerId="AD" clId="Web-{DDC9E94C-BC82-805B-E644-8F9914F1F799}" dt="2025-12-20T15:56:25.771" v="3" actId="20577"/>
        <pc:sldMkLst>
          <pc:docMk/>
          <pc:sldMk cId="1204755641" sldId="261"/>
        </pc:sldMkLst>
        <pc:spChg chg="mod">
          <ac:chgData name="Konstantinos-Panagiotis Rentinas" userId="S::k-p.rentinas@epsilonstudent.edu.gr::550528bf-74f0-47e9-9bfa-e1ea6ba62bd3" providerId="AD" clId="Web-{DDC9E94C-BC82-805B-E644-8F9914F1F799}" dt="2025-12-20T15:56:25.771" v="3" actId="20577"/>
          <ac:spMkLst>
            <pc:docMk/>
            <pc:sldMk cId="1204755641" sldId="261"/>
            <ac:spMk id="3" creationId="{FF537B53-E150-E7E1-1393-A3B47369B31F}"/>
          </ac:spMkLst>
        </pc:spChg>
      </pc:sldChg>
      <pc:sldChg chg="modSp">
        <pc:chgData name="Konstantinos-Panagiotis Rentinas" userId="S::k-p.rentinas@epsilonstudent.edu.gr::550528bf-74f0-47e9-9bfa-e1ea6ba62bd3" providerId="AD" clId="Web-{DDC9E94C-BC82-805B-E644-8F9914F1F799}" dt="2025-12-20T16:01:40.152" v="18" actId="14100"/>
        <pc:sldMkLst>
          <pc:docMk/>
          <pc:sldMk cId="1720258428" sldId="262"/>
        </pc:sldMkLst>
        <pc:spChg chg="mod">
          <ac:chgData name="Konstantinos-Panagiotis Rentinas" userId="S::k-p.rentinas@epsilonstudent.edu.gr::550528bf-74f0-47e9-9bfa-e1ea6ba62bd3" providerId="AD" clId="Web-{DDC9E94C-BC82-805B-E644-8F9914F1F799}" dt="2025-12-20T16:01:40.152" v="18" actId="14100"/>
          <ac:spMkLst>
            <pc:docMk/>
            <pc:sldMk cId="1720258428" sldId="262"/>
            <ac:spMk id="3" creationId="{F151450D-3AE3-E963-D2D7-CFC319F3D72A}"/>
          </ac:spMkLst>
        </pc:spChg>
      </pc:sldChg>
      <pc:sldChg chg="modSp">
        <pc:chgData name="Konstantinos-Panagiotis Rentinas" userId="S::k-p.rentinas@epsilonstudent.edu.gr::550528bf-74f0-47e9-9bfa-e1ea6ba62bd3" providerId="AD" clId="Web-{DDC9E94C-BC82-805B-E644-8F9914F1F799}" dt="2025-12-20T15:57:01.804" v="6" actId="20577"/>
        <pc:sldMkLst>
          <pc:docMk/>
          <pc:sldMk cId="724599918" sldId="263"/>
        </pc:sldMkLst>
        <pc:spChg chg="mod">
          <ac:chgData name="Konstantinos-Panagiotis Rentinas" userId="S::k-p.rentinas@epsilonstudent.edu.gr::550528bf-74f0-47e9-9bfa-e1ea6ba62bd3" providerId="AD" clId="Web-{DDC9E94C-BC82-805B-E644-8F9914F1F799}" dt="2025-12-20T15:57:01.804" v="6" actId="20577"/>
          <ac:spMkLst>
            <pc:docMk/>
            <pc:sldMk cId="724599918" sldId="263"/>
            <ac:spMk id="3" creationId="{72E6CD1B-9B92-0583-E288-D382A94493A3}"/>
          </ac:spMkLst>
        </pc:spChg>
      </pc:sldChg>
      <pc:sldChg chg="modSp">
        <pc:chgData name="Konstantinos-Panagiotis Rentinas" userId="S::k-p.rentinas@epsilonstudent.edu.gr::550528bf-74f0-47e9-9bfa-e1ea6ba62bd3" providerId="AD" clId="Web-{DDC9E94C-BC82-805B-E644-8F9914F1F799}" dt="2025-12-20T16:02:01.575" v="21" actId="14100"/>
        <pc:sldMkLst>
          <pc:docMk/>
          <pc:sldMk cId="2956861831" sldId="264"/>
        </pc:sldMkLst>
        <pc:spChg chg="mod">
          <ac:chgData name="Konstantinos-Panagiotis Rentinas" userId="S::k-p.rentinas@epsilonstudent.edu.gr::550528bf-74f0-47e9-9bfa-e1ea6ba62bd3" providerId="AD" clId="Web-{DDC9E94C-BC82-805B-E644-8F9914F1F799}" dt="2025-12-20T16:02:01.575" v="21" actId="14100"/>
          <ac:spMkLst>
            <pc:docMk/>
            <pc:sldMk cId="2956861831" sldId="264"/>
            <ac:spMk id="3" creationId="{16EFA2A4-8620-A05D-9AEB-76304F4A2DB1}"/>
          </ac:spMkLst>
        </pc:spChg>
      </pc:sldChg>
      <pc:sldChg chg="modSp">
        <pc:chgData name="Konstantinos-Panagiotis Rentinas" userId="S::k-p.rentinas@epsilonstudent.edu.gr::550528bf-74f0-47e9-9bfa-e1ea6ba62bd3" providerId="AD" clId="Web-{DDC9E94C-BC82-805B-E644-8F9914F1F799}" dt="2025-12-20T15:56:43.850" v="5" actId="20577"/>
        <pc:sldMkLst>
          <pc:docMk/>
          <pc:sldMk cId="110599358" sldId="265"/>
        </pc:sldMkLst>
        <pc:spChg chg="mod">
          <ac:chgData name="Konstantinos-Panagiotis Rentinas" userId="S::k-p.rentinas@epsilonstudent.edu.gr::550528bf-74f0-47e9-9bfa-e1ea6ba62bd3" providerId="AD" clId="Web-{DDC9E94C-BC82-805B-E644-8F9914F1F799}" dt="2025-12-20T15:56:43.850" v="5" actId="20577"/>
          <ac:spMkLst>
            <pc:docMk/>
            <pc:sldMk cId="110599358" sldId="265"/>
            <ac:spMk id="3" creationId="{07A3B485-62A0-E671-F100-B632E4A72D1C}"/>
          </ac:spMkLst>
        </pc:spChg>
      </pc:sldChg>
      <pc:sldChg chg="modSp">
        <pc:chgData name="Konstantinos-Panagiotis Rentinas" userId="S::k-p.rentinas@epsilonstudent.edu.gr::550528bf-74f0-47e9-9bfa-e1ea6ba62bd3" providerId="AD" clId="Web-{DDC9E94C-BC82-805B-E644-8F9914F1F799}" dt="2025-12-20T16:02:13.170" v="23" actId="20577"/>
        <pc:sldMkLst>
          <pc:docMk/>
          <pc:sldMk cId="911208434" sldId="266"/>
        </pc:sldMkLst>
        <pc:spChg chg="mod">
          <ac:chgData name="Konstantinos-Panagiotis Rentinas" userId="S::k-p.rentinas@epsilonstudent.edu.gr::550528bf-74f0-47e9-9bfa-e1ea6ba62bd3" providerId="AD" clId="Web-{DDC9E94C-BC82-805B-E644-8F9914F1F799}" dt="2025-12-20T16:02:13.170" v="23" actId="20577"/>
          <ac:spMkLst>
            <pc:docMk/>
            <pc:sldMk cId="911208434" sldId="266"/>
            <ac:spMk id="3" creationId="{C0176804-175D-213C-7535-07EBEAC39F70}"/>
          </ac:spMkLst>
        </pc:spChg>
      </pc:sldChg>
      <pc:sldChg chg="modSp">
        <pc:chgData name="Konstantinos-Panagiotis Rentinas" userId="S::k-p.rentinas@epsilonstudent.edu.gr::550528bf-74f0-47e9-9bfa-e1ea6ba62bd3" providerId="AD" clId="Web-{DDC9E94C-BC82-805B-E644-8F9914F1F799}" dt="2025-12-20T15:57:33.695" v="9" actId="20577"/>
        <pc:sldMkLst>
          <pc:docMk/>
          <pc:sldMk cId="3267316257" sldId="267"/>
        </pc:sldMkLst>
        <pc:spChg chg="mod">
          <ac:chgData name="Konstantinos-Panagiotis Rentinas" userId="S::k-p.rentinas@epsilonstudent.edu.gr::550528bf-74f0-47e9-9bfa-e1ea6ba62bd3" providerId="AD" clId="Web-{DDC9E94C-BC82-805B-E644-8F9914F1F799}" dt="2025-12-20T15:57:33.695" v="9" actId="20577"/>
          <ac:spMkLst>
            <pc:docMk/>
            <pc:sldMk cId="3267316257" sldId="267"/>
            <ac:spMk id="3" creationId="{BDAA1AE3-A43E-0EED-CAD4-E0BD2DE81C76}"/>
          </ac:spMkLst>
        </pc:spChg>
      </pc:sldChg>
      <pc:sldChg chg="modSp">
        <pc:chgData name="Konstantinos-Panagiotis Rentinas" userId="S::k-p.rentinas@epsilonstudent.edu.gr::550528bf-74f0-47e9-9bfa-e1ea6ba62bd3" providerId="AD" clId="Web-{DDC9E94C-BC82-805B-E644-8F9914F1F799}" dt="2025-12-20T16:01:06.931" v="13" actId="1076"/>
        <pc:sldMkLst>
          <pc:docMk/>
          <pc:sldMk cId="326725470" sldId="268"/>
        </pc:sldMkLst>
        <pc:spChg chg="mod">
          <ac:chgData name="Konstantinos-Panagiotis Rentinas" userId="S::k-p.rentinas@epsilonstudent.edu.gr::550528bf-74f0-47e9-9bfa-e1ea6ba62bd3" providerId="AD" clId="Web-{DDC9E94C-BC82-805B-E644-8F9914F1F799}" dt="2025-12-20T16:01:06.931" v="13" actId="1076"/>
          <ac:spMkLst>
            <pc:docMk/>
            <pc:sldMk cId="326725470" sldId="268"/>
            <ac:spMk id="3" creationId="{83AB88DD-894A-3973-F1A8-E76D9B9FCA2F}"/>
          </ac:spMkLst>
        </pc:spChg>
      </pc:sldChg>
    </pc:docChg>
  </pc:docChgLst>
  <pc:docChgLst>
    <pc:chgData name="Konstantinos-Panagiotis Rentinas" userId="S::k-p.rentinas@epsilonstudent.edu.gr::550528bf-74f0-47e9-9bfa-e1ea6ba62bd3" providerId="AD" clId="Web-{2FE9D82F-63F4-139E-3458-671B621D710F}"/>
    <pc:docChg chg="addSld delSld modSld addMainMaster delMainMaster">
      <pc:chgData name="Konstantinos-Panagiotis Rentinas" userId="S::k-p.rentinas@epsilonstudent.edu.gr::550528bf-74f0-47e9-9bfa-e1ea6ba62bd3" providerId="AD" clId="Web-{2FE9D82F-63F4-139E-3458-671B621D710F}" dt="2025-12-20T15:54:18.983" v="185" actId="14100"/>
      <pc:docMkLst>
        <pc:docMk/>
      </pc:docMkLst>
      <pc:sldChg chg="addSp delSp modSp mod setBg modClrScheme chgLayout">
        <pc:chgData name="Konstantinos-Panagiotis Rentinas" userId="S::k-p.rentinas@epsilonstudent.edu.gr::550528bf-74f0-47e9-9bfa-e1ea6ba62bd3" providerId="AD" clId="Web-{2FE9D82F-63F4-139E-3458-671B621D710F}" dt="2025-12-20T15:27:34.797" v="59" actId="20577"/>
        <pc:sldMkLst>
          <pc:docMk/>
          <pc:sldMk cId="109857222" sldId="256"/>
        </pc:sldMkLst>
        <pc:spChg chg="del mod">
          <ac:chgData name="Konstantinos-Panagiotis Rentinas" userId="S::k-p.rentinas@epsilonstudent.edu.gr::550528bf-74f0-47e9-9bfa-e1ea6ba62bd3" providerId="AD" clId="Web-{2FE9D82F-63F4-139E-3458-671B621D710F}" dt="2025-12-20T15:21:27.135" v="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Konstantinos-Panagiotis Rentinas" userId="S::k-p.rentinas@epsilonstudent.edu.gr::550528bf-74f0-47e9-9bfa-e1ea6ba62bd3" providerId="AD" clId="Web-{2FE9D82F-63F4-139E-3458-671B621D710F}" dt="2025-12-20T15:27:34.797" v="59" actId="20577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Konstantinos-Panagiotis Rentinas" userId="S::k-p.rentinas@epsilonstudent.edu.gr::550528bf-74f0-47e9-9bfa-e1ea6ba62bd3" providerId="AD" clId="Web-{2FE9D82F-63F4-139E-3458-671B621D710F}" dt="2025-12-20T15:19:57.583" v="1"/>
          <ac:spMkLst>
            <pc:docMk/>
            <pc:sldMk cId="109857222" sldId="256"/>
            <ac:spMk id="8" creationId="{E73AF435-44C8-C44B-9352-ACFA393E2F29}"/>
          </ac:spMkLst>
        </pc:spChg>
        <pc:spChg chg="add del">
          <ac:chgData name="Konstantinos-Panagiotis Rentinas" userId="S::k-p.rentinas@epsilonstudent.edu.gr::550528bf-74f0-47e9-9bfa-e1ea6ba62bd3" providerId="AD" clId="Web-{2FE9D82F-63F4-139E-3458-671B621D710F}" dt="2025-12-20T15:19:57.583" v="1"/>
          <ac:spMkLst>
            <pc:docMk/>
            <pc:sldMk cId="109857222" sldId="256"/>
            <ac:spMk id="10" creationId="{9AD8A78E-AAB6-C125-6A57-5B031A873ED6}"/>
          </ac:spMkLst>
        </pc:spChg>
        <pc:spChg chg="add del">
          <ac:chgData name="Konstantinos-Panagiotis Rentinas" userId="S::k-p.rentinas@epsilonstudent.edu.gr::550528bf-74f0-47e9-9bfa-e1ea6ba62bd3" providerId="AD" clId="Web-{2FE9D82F-63F4-139E-3458-671B621D710F}" dt="2025-12-20T15:19:57.583" v="1"/>
          <ac:spMkLst>
            <pc:docMk/>
            <pc:sldMk cId="109857222" sldId="256"/>
            <ac:spMk id="12" creationId="{BBFC5193-1606-67C6-6571-CC04CF23435D}"/>
          </ac:spMkLst>
        </pc:spChg>
        <pc:spChg chg="add">
          <ac:chgData name="Konstantinos-Panagiotis Rentinas" userId="S::k-p.rentinas@epsilonstudent.edu.gr::550528bf-74f0-47e9-9bfa-e1ea6ba62bd3" providerId="AD" clId="Web-{2FE9D82F-63F4-139E-3458-671B621D710F}" dt="2025-12-20T15:19:57.583" v="1"/>
          <ac:spMkLst>
            <pc:docMk/>
            <pc:sldMk cId="109857222" sldId="256"/>
            <ac:spMk id="17" creationId="{44CA2EAD-E7C7-4F64-924A-52D34FD759C7}"/>
          </ac:spMkLst>
        </pc:spChg>
        <pc:picChg chg="add">
          <ac:chgData name="Konstantinos-Panagiotis Rentinas" userId="S::k-p.rentinas@epsilonstudent.edu.gr::550528bf-74f0-47e9-9bfa-e1ea6ba62bd3" providerId="AD" clId="Web-{2FE9D82F-63F4-139E-3458-671B621D710F}" dt="2025-12-20T15:19:57.583" v="1"/>
          <ac:picMkLst>
            <pc:docMk/>
            <pc:sldMk cId="109857222" sldId="256"/>
            <ac:picMk id="4" creationId="{8C5F78A7-88C8-8F31-9F7B-7ABCFD4A3A8E}"/>
          </ac:picMkLst>
        </pc:picChg>
        <pc:cxnChg chg="add">
          <ac:chgData name="Konstantinos-Panagiotis Rentinas" userId="S::k-p.rentinas@epsilonstudent.edu.gr::550528bf-74f0-47e9-9bfa-e1ea6ba62bd3" providerId="AD" clId="Web-{2FE9D82F-63F4-139E-3458-671B621D710F}" dt="2025-12-20T15:19:57.583" v="1"/>
          <ac:cxnSpMkLst>
            <pc:docMk/>
            <pc:sldMk cId="109857222" sldId="256"/>
            <ac:cxnSpMk id="19" creationId="{9E7C23BC-DAA6-40E1-8166-B8C4439D1430}"/>
          </ac:cxnSpMkLst>
        </pc:cxnChg>
      </pc:sldChg>
      <pc:sldChg chg="delSp modSp add replId">
        <pc:chgData name="Konstantinos-Panagiotis Rentinas" userId="S::k-p.rentinas@epsilonstudent.edu.gr::550528bf-74f0-47e9-9bfa-e1ea6ba62bd3" providerId="AD" clId="Web-{2FE9D82F-63F4-139E-3458-671B621D710F}" dt="2025-12-20T15:29:55.190" v="64" actId="14100"/>
        <pc:sldMkLst>
          <pc:docMk/>
          <pc:sldMk cId="1293184013" sldId="257"/>
        </pc:sldMkLst>
        <pc:spChg chg="del">
          <ac:chgData name="Konstantinos-Panagiotis Rentinas" userId="S::k-p.rentinas@epsilonstudent.edu.gr::550528bf-74f0-47e9-9bfa-e1ea6ba62bd3" providerId="AD" clId="Web-{2FE9D82F-63F4-139E-3458-671B621D710F}" dt="2025-12-20T15:29:41.096" v="62"/>
          <ac:spMkLst>
            <pc:docMk/>
            <pc:sldMk cId="1293184013" sldId="257"/>
            <ac:spMk id="2" creationId="{71C16E56-BC46-D469-00C2-881D62E65EF6}"/>
          </ac:spMkLst>
        </pc:spChg>
        <pc:spChg chg="mod">
          <ac:chgData name="Konstantinos-Panagiotis Rentinas" userId="S::k-p.rentinas@epsilonstudent.edu.gr::550528bf-74f0-47e9-9bfa-e1ea6ba62bd3" providerId="AD" clId="Web-{2FE9D82F-63F4-139E-3458-671B621D710F}" dt="2025-12-20T15:29:55.190" v="64" actId="14100"/>
          <ac:spMkLst>
            <pc:docMk/>
            <pc:sldMk cId="1293184013" sldId="257"/>
            <ac:spMk id="3" creationId="{6F1F44D0-BFCF-D2A8-D589-0B8CB3C493E0}"/>
          </ac:spMkLst>
        </pc:spChg>
      </pc:sldChg>
      <pc:sldChg chg="delSp modSp add replId">
        <pc:chgData name="Konstantinos-Panagiotis Rentinas" userId="S::k-p.rentinas@epsilonstudent.edu.gr::550528bf-74f0-47e9-9bfa-e1ea6ba62bd3" providerId="AD" clId="Web-{2FE9D82F-63F4-139E-3458-671B621D710F}" dt="2025-12-20T15:36:59.254" v="103" actId="20577"/>
        <pc:sldMkLst>
          <pc:docMk/>
          <pc:sldMk cId="217759567" sldId="258"/>
        </pc:sldMkLst>
        <pc:spChg chg="del">
          <ac:chgData name="Konstantinos-Panagiotis Rentinas" userId="S::k-p.rentinas@epsilonstudent.edu.gr::550528bf-74f0-47e9-9bfa-e1ea6ba62bd3" providerId="AD" clId="Web-{2FE9D82F-63F4-139E-3458-671B621D710F}" dt="2025-12-20T15:30:23.393" v="67"/>
          <ac:spMkLst>
            <pc:docMk/>
            <pc:sldMk cId="217759567" sldId="258"/>
            <ac:spMk id="2" creationId="{17D799C5-B585-5B5D-53FE-1289FE17E6E1}"/>
          </ac:spMkLst>
        </pc:spChg>
        <pc:spChg chg="mod">
          <ac:chgData name="Konstantinos-Panagiotis Rentinas" userId="S::k-p.rentinas@epsilonstudent.edu.gr::550528bf-74f0-47e9-9bfa-e1ea6ba62bd3" providerId="AD" clId="Web-{2FE9D82F-63F4-139E-3458-671B621D710F}" dt="2025-12-20T15:36:59.254" v="103" actId="20577"/>
          <ac:spMkLst>
            <pc:docMk/>
            <pc:sldMk cId="217759567" sldId="258"/>
            <ac:spMk id="3" creationId="{124A8BD8-05B2-8088-14C6-D0740605224D}"/>
          </ac:spMkLst>
        </pc:spChg>
      </pc:sldChg>
      <pc:sldChg chg="delSp modSp add replId">
        <pc:chgData name="Konstantinos-Panagiotis Rentinas" userId="S::k-p.rentinas@epsilonstudent.edu.gr::550528bf-74f0-47e9-9bfa-e1ea6ba62bd3" providerId="AD" clId="Web-{2FE9D82F-63F4-139E-3458-671B621D710F}" dt="2025-12-20T15:41:26.450" v="133" actId="20577"/>
        <pc:sldMkLst>
          <pc:docMk/>
          <pc:sldMk cId="115624719" sldId="259"/>
        </pc:sldMkLst>
        <pc:spChg chg="del">
          <ac:chgData name="Konstantinos-Panagiotis Rentinas" userId="S::k-p.rentinas@epsilonstudent.edu.gr::550528bf-74f0-47e9-9bfa-e1ea6ba62bd3" providerId="AD" clId="Web-{2FE9D82F-63F4-139E-3458-671B621D710F}" dt="2025-12-20T15:30:27.362" v="68"/>
          <ac:spMkLst>
            <pc:docMk/>
            <pc:sldMk cId="115624719" sldId="259"/>
            <ac:spMk id="2" creationId="{23544241-36AD-284A-5BCF-93FB07141C94}"/>
          </ac:spMkLst>
        </pc:spChg>
        <pc:spChg chg="mod">
          <ac:chgData name="Konstantinos-Panagiotis Rentinas" userId="S::k-p.rentinas@epsilonstudent.edu.gr::550528bf-74f0-47e9-9bfa-e1ea6ba62bd3" providerId="AD" clId="Web-{2FE9D82F-63F4-139E-3458-671B621D710F}" dt="2025-12-20T15:41:26.450" v="133" actId="20577"/>
          <ac:spMkLst>
            <pc:docMk/>
            <pc:sldMk cId="115624719" sldId="259"/>
            <ac:spMk id="3" creationId="{9335B7C0-3BC7-978B-DA06-56AE11F163C4}"/>
          </ac:spMkLst>
        </pc:spChg>
      </pc:sldChg>
      <pc:sldChg chg="delSp modSp add replId">
        <pc:chgData name="Konstantinos-Panagiotis Rentinas" userId="S::k-p.rentinas@epsilonstudent.edu.gr::550528bf-74f0-47e9-9bfa-e1ea6ba62bd3" providerId="AD" clId="Web-{2FE9D82F-63F4-139E-3458-671B621D710F}" dt="2025-12-20T15:43:15.921" v="144" actId="20577"/>
        <pc:sldMkLst>
          <pc:docMk/>
          <pc:sldMk cId="1525726480" sldId="260"/>
        </pc:sldMkLst>
        <pc:spChg chg="del">
          <ac:chgData name="Konstantinos-Panagiotis Rentinas" userId="S::k-p.rentinas@epsilonstudent.edu.gr::550528bf-74f0-47e9-9bfa-e1ea6ba62bd3" providerId="AD" clId="Web-{2FE9D82F-63F4-139E-3458-671B621D710F}" dt="2025-12-20T15:30:34.737" v="69"/>
          <ac:spMkLst>
            <pc:docMk/>
            <pc:sldMk cId="1525726480" sldId="260"/>
            <ac:spMk id="2" creationId="{17488C25-9270-0087-C608-E9F7385B186C}"/>
          </ac:spMkLst>
        </pc:spChg>
        <pc:spChg chg="mod">
          <ac:chgData name="Konstantinos-Panagiotis Rentinas" userId="S::k-p.rentinas@epsilonstudent.edu.gr::550528bf-74f0-47e9-9bfa-e1ea6ba62bd3" providerId="AD" clId="Web-{2FE9D82F-63F4-139E-3458-671B621D710F}" dt="2025-12-20T15:43:15.921" v="144" actId="20577"/>
          <ac:spMkLst>
            <pc:docMk/>
            <pc:sldMk cId="1525726480" sldId="260"/>
            <ac:spMk id="3" creationId="{A5E5CE32-0045-BF29-5891-9635BC81456D}"/>
          </ac:spMkLst>
        </pc:spChg>
      </pc:sldChg>
      <pc:sldChg chg="new del">
        <pc:chgData name="Konstantinos-Panagiotis Rentinas" userId="S::k-p.rentinas@epsilonstudent.edu.gr::550528bf-74f0-47e9-9bfa-e1ea6ba62bd3" providerId="AD" clId="Web-{2FE9D82F-63F4-139E-3458-671B621D710F}" dt="2025-12-20T15:30:47.597" v="71"/>
        <pc:sldMkLst>
          <pc:docMk/>
          <pc:sldMk cId="495797670" sldId="261"/>
        </pc:sldMkLst>
      </pc:sldChg>
      <pc:sldChg chg="modSp add replId">
        <pc:chgData name="Konstantinos-Panagiotis Rentinas" userId="S::k-p.rentinas@epsilonstudent.edu.gr::550528bf-74f0-47e9-9bfa-e1ea6ba62bd3" providerId="AD" clId="Web-{2FE9D82F-63F4-139E-3458-671B621D710F}" dt="2025-12-20T15:37:04.160" v="104" actId="20577"/>
        <pc:sldMkLst>
          <pc:docMk/>
          <pc:sldMk cId="1204755641" sldId="261"/>
        </pc:sldMkLst>
        <pc:spChg chg="mod">
          <ac:chgData name="Konstantinos-Panagiotis Rentinas" userId="S::k-p.rentinas@epsilonstudent.edu.gr::550528bf-74f0-47e9-9bfa-e1ea6ba62bd3" providerId="AD" clId="Web-{2FE9D82F-63F4-139E-3458-671B621D710F}" dt="2025-12-20T15:37:04.160" v="104" actId="20577"/>
          <ac:spMkLst>
            <pc:docMk/>
            <pc:sldMk cId="1204755641" sldId="261"/>
            <ac:spMk id="3" creationId="{FF537B53-E150-E7E1-1393-A3B47369B31F}"/>
          </ac:spMkLst>
        </pc:spChg>
      </pc:sldChg>
      <pc:sldChg chg="addSp modSp add replId">
        <pc:chgData name="Konstantinos-Panagiotis Rentinas" userId="S::k-p.rentinas@epsilonstudent.edu.gr::550528bf-74f0-47e9-9bfa-e1ea6ba62bd3" providerId="AD" clId="Web-{2FE9D82F-63F4-139E-3458-671B621D710F}" dt="2025-12-20T15:54:18.983" v="185" actId="14100"/>
        <pc:sldMkLst>
          <pc:docMk/>
          <pc:sldMk cId="1720258428" sldId="262"/>
        </pc:sldMkLst>
        <pc:spChg chg="mod">
          <ac:chgData name="Konstantinos-Panagiotis Rentinas" userId="S::k-p.rentinas@epsilonstudent.edu.gr::550528bf-74f0-47e9-9bfa-e1ea6ba62bd3" providerId="AD" clId="Web-{2FE9D82F-63F4-139E-3458-671B621D710F}" dt="2025-12-20T15:40:24.480" v="126" actId="20577"/>
          <ac:spMkLst>
            <pc:docMk/>
            <pc:sldMk cId="1720258428" sldId="262"/>
            <ac:spMk id="3" creationId="{F151450D-3AE3-E963-D2D7-CFC319F3D72A}"/>
          </ac:spMkLst>
        </pc:spChg>
        <pc:picChg chg="add mod">
          <ac:chgData name="Konstantinos-Panagiotis Rentinas" userId="S::k-p.rentinas@epsilonstudent.edu.gr::550528bf-74f0-47e9-9bfa-e1ea6ba62bd3" providerId="AD" clId="Web-{2FE9D82F-63F4-139E-3458-671B621D710F}" dt="2025-12-20T15:54:18.983" v="185" actId="14100"/>
          <ac:picMkLst>
            <pc:docMk/>
            <pc:sldMk cId="1720258428" sldId="262"/>
            <ac:picMk id="2" creationId="{C651A97B-B978-7C9D-5B38-31BAA8058AEB}"/>
          </ac:picMkLst>
        </pc:picChg>
      </pc:sldChg>
      <pc:sldChg chg="addSp delSp modSp add replId">
        <pc:chgData name="Konstantinos-Panagiotis Rentinas" userId="S::k-p.rentinas@epsilonstudent.edu.gr::550528bf-74f0-47e9-9bfa-e1ea6ba62bd3" providerId="AD" clId="Web-{2FE9D82F-63F4-139E-3458-671B621D710F}" dt="2025-12-20T15:54:06.373" v="182"/>
        <pc:sldMkLst>
          <pc:docMk/>
          <pc:sldMk cId="724599918" sldId="263"/>
        </pc:sldMkLst>
        <pc:spChg chg="mod">
          <ac:chgData name="Konstantinos-Panagiotis Rentinas" userId="S::k-p.rentinas@epsilonstudent.edu.gr::550528bf-74f0-47e9-9bfa-e1ea6ba62bd3" providerId="AD" clId="Web-{2FE9D82F-63F4-139E-3458-671B621D710F}" dt="2025-12-20T15:39:30.978" v="118" actId="20577"/>
          <ac:spMkLst>
            <pc:docMk/>
            <pc:sldMk cId="724599918" sldId="263"/>
            <ac:spMk id="3" creationId="{72E6CD1B-9B92-0583-E288-D382A94493A3}"/>
          </ac:spMkLst>
        </pc:spChg>
        <pc:picChg chg="add del mod">
          <ac:chgData name="Konstantinos-Panagiotis Rentinas" userId="S::k-p.rentinas@epsilonstudent.edu.gr::550528bf-74f0-47e9-9bfa-e1ea6ba62bd3" providerId="AD" clId="Web-{2FE9D82F-63F4-139E-3458-671B621D710F}" dt="2025-12-20T15:54:06.373" v="182"/>
          <ac:picMkLst>
            <pc:docMk/>
            <pc:sldMk cId="724599918" sldId="263"/>
            <ac:picMk id="2" creationId="{5D166D51-81A3-4348-8ABC-0EFDE0B5208E}"/>
          </ac:picMkLst>
        </pc:picChg>
      </pc:sldChg>
      <pc:sldChg chg="addSp modSp add replId">
        <pc:chgData name="Konstantinos-Panagiotis Rentinas" userId="S::k-p.rentinas@epsilonstudent.edu.gr::550528bf-74f0-47e9-9bfa-e1ea6ba62bd3" providerId="AD" clId="Web-{2FE9D82F-63F4-139E-3458-671B621D710F}" dt="2025-12-20T15:52:42.571" v="174" actId="14100"/>
        <pc:sldMkLst>
          <pc:docMk/>
          <pc:sldMk cId="2956861831" sldId="264"/>
        </pc:sldMkLst>
        <pc:spChg chg="mod">
          <ac:chgData name="Konstantinos-Panagiotis Rentinas" userId="S::k-p.rentinas@epsilonstudent.edu.gr::550528bf-74f0-47e9-9bfa-e1ea6ba62bd3" providerId="AD" clId="Web-{2FE9D82F-63F4-139E-3458-671B621D710F}" dt="2025-12-20T15:38:27.929" v="112" actId="20577"/>
          <ac:spMkLst>
            <pc:docMk/>
            <pc:sldMk cId="2956861831" sldId="264"/>
            <ac:spMk id="3" creationId="{16EFA2A4-8620-A05D-9AEB-76304F4A2DB1}"/>
          </ac:spMkLst>
        </pc:spChg>
        <pc:picChg chg="add mod">
          <ac:chgData name="Konstantinos-Panagiotis Rentinas" userId="S::k-p.rentinas@epsilonstudent.edu.gr::550528bf-74f0-47e9-9bfa-e1ea6ba62bd3" providerId="AD" clId="Web-{2FE9D82F-63F4-139E-3458-671B621D710F}" dt="2025-12-20T15:52:42.571" v="174" actId="14100"/>
          <ac:picMkLst>
            <pc:docMk/>
            <pc:sldMk cId="2956861831" sldId="264"/>
            <ac:picMk id="2" creationId="{D5B6B2F7-EABA-E5FB-9208-C7164D51B985}"/>
          </ac:picMkLst>
        </pc:picChg>
      </pc:sldChg>
      <pc:sldChg chg="addSp modSp add replId">
        <pc:chgData name="Konstantinos-Panagiotis Rentinas" userId="S::k-p.rentinas@epsilonstudent.edu.gr::550528bf-74f0-47e9-9bfa-e1ea6ba62bd3" providerId="AD" clId="Web-{2FE9D82F-63F4-139E-3458-671B621D710F}" dt="2025-12-20T15:51:51.771" v="170" actId="14100"/>
        <pc:sldMkLst>
          <pc:docMk/>
          <pc:sldMk cId="110599358" sldId="265"/>
        </pc:sldMkLst>
        <pc:spChg chg="mod">
          <ac:chgData name="Konstantinos-Panagiotis Rentinas" userId="S::k-p.rentinas@epsilonstudent.edu.gr::550528bf-74f0-47e9-9bfa-e1ea6ba62bd3" providerId="AD" clId="Web-{2FE9D82F-63F4-139E-3458-671B621D710F}" dt="2025-12-20T15:36:27.979" v="98" actId="20577"/>
          <ac:spMkLst>
            <pc:docMk/>
            <pc:sldMk cId="110599358" sldId="265"/>
            <ac:spMk id="3" creationId="{07A3B485-62A0-E671-F100-B632E4A72D1C}"/>
          </ac:spMkLst>
        </pc:spChg>
        <pc:picChg chg="add mod">
          <ac:chgData name="Konstantinos-Panagiotis Rentinas" userId="S::k-p.rentinas@epsilonstudent.edu.gr::550528bf-74f0-47e9-9bfa-e1ea6ba62bd3" providerId="AD" clId="Web-{2FE9D82F-63F4-139E-3458-671B621D710F}" dt="2025-12-20T15:51:51.771" v="170" actId="14100"/>
          <ac:picMkLst>
            <pc:docMk/>
            <pc:sldMk cId="110599358" sldId="265"/>
            <ac:picMk id="2" creationId="{3B5DE51B-96D1-EDB3-7316-5AE9F41D10D7}"/>
          </ac:picMkLst>
        </pc:picChg>
      </pc:sldChg>
      <pc:sldChg chg="addSp modSp add replId">
        <pc:chgData name="Konstantinos-Panagiotis Rentinas" userId="S::k-p.rentinas@epsilonstudent.edu.gr::550528bf-74f0-47e9-9bfa-e1ea6ba62bd3" providerId="AD" clId="Web-{2FE9D82F-63F4-139E-3458-671B621D710F}" dt="2025-12-20T15:46:49.928" v="166" actId="1076"/>
        <pc:sldMkLst>
          <pc:docMk/>
          <pc:sldMk cId="911208434" sldId="266"/>
        </pc:sldMkLst>
        <pc:spChg chg="mod">
          <ac:chgData name="Konstantinos-Panagiotis Rentinas" userId="S::k-p.rentinas@epsilonstudent.edu.gr::550528bf-74f0-47e9-9bfa-e1ea6ba62bd3" providerId="AD" clId="Web-{2FE9D82F-63F4-139E-3458-671B621D710F}" dt="2025-12-20T15:36:44.542" v="100" actId="20577"/>
          <ac:spMkLst>
            <pc:docMk/>
            <pc:sldMk cId="911208434" sldId="266"/>
            <ac:spMk id="3" creationId="{C0176804-175D-213C-7535-07EBEAC39F70}"/>
          </ac:spMkLst>
        </pc:spChg>
        <pc:picChg chg="add mod">
          <ac:chgData name="Konstantinos-Panagiotis Rentinas" userId="S::k-p.rentinas@epsilonstudent.edu.gr::550528bf-74f0-47e9-9bfa-e1ea6ba62bd3" providerId="AD" clId="Web-{2FE9D82F-63F4-139E-3458-671B621D710F}" dt="2025-12-20T15:46:49.928" v="166" actId="1076"/>
          <ac:picMkLst>
            <pc:docMk/>
            <pc:sldMk cId="911208434" sldId="266"/>
            <ac:picMk id="2" creationId="{5C9C57EA-61C2-1F4A-5DDF-F0A105B48F48}"/>
          </ac:picMkLst>
        </pc:picChg>
      </pc:sldChg>
      <pc:sldChg chg="modSp add replId">
        <pc:chgData name="Konstantinos-Panagiotis Rentinas" userId="S::k-p.rentinas@epsilonstudent.edu.gr::550528bf-74f0-47e9-9bfa-e1ea6ba62bd3" providerId="AD" clId="Web-{2FE9D82F-63F4-139E-3458-671B621D710F}" dt="2025-12-20T15:42:08.998" v="138" actId="20577"/>
        <pc:sldMkLst>
          <pc:docMk/>
          <pc:sldMk cId="3267316257" sldId="267"/>
        </pc:sldMkLst>
        <pc:spChg chg="mod">
          <ac:chgData name="Konstantinos-Panagiotis Rentinas" userId="S::k-p.rentinas@epsilonstudent.edu.gr::550528bf-74f0-47e9-9bfa-e1ea6ba62bd3" providerId="AD" clId="Web-{2FE9D82F-63F4-139E-3458-671B621D710F}" dt="2025-12-20T15:42:08.998" v="138" actId="20577"/>
          <ac:spMkLst>
            <pc:docMk/>
            <pc:sldMk cId="3267316257" sldId="267"/>
            <ac:spMk id="3" creationId="{BDAA1AE3-A43E-0EED-CAD4-E0BD2DE81C76}"/>
          </ac:spMkLst>
        </pc:spChg>
      </pc:sldChg>
      <pc:sldChg chg="modSp add replId">
        <pc:chgData name="Konstantinos-Panagiotis Rentinas" userId="S::k-p.rentinas@epsilonstudent.edu.gr::550528bf-74f0-47e9-9bfa-e1ea6ba62bd3" providerId="AD" clId="Web-{2FE9D82F-63F4-139E-3458-671B621D710F}" dt="2025-12-20T15:44:33.473" v="163" actId="14100"/>
        <pc:sldMkLst>
          <pc:docMk/>
          <pc:sldMk cId="326725470" sldId="268"/>
        </pc:sldMkLst>
        <pc:spChg chg="mod">
          <ac:chgData name="Konstantinos-Panagiotis Rentinas" userId="S::k-p.rentinas@epsilonstudent.edu.gr::550528bf-74f0-47e9-9bfa-e1ea6ba62bd3" providerId="AD" clId="Web-{2FE9D82F-63F4-139E-3458-671B621D710F}" dt="2025-12-20T15:44:26.317" v="162" actId="14100"/>
          <ac:spMkLst>
            <pc:docMk/>
            <pc:sldMk cId="326725470" sldId="268"/>
            <ac:spMk id="3" creationId="{83AB88DD-894A-3973-F1A8-E76D9B9FCA2F}"/>
          </ac:spMkLst>
        </pc:spChg>
        <pc:picChg chg="mod">
          <ac:chgData name="Konstantinos-Panagiotis Rentinas" userId="S::k-p.rentinas@epsilonstudent.edu.gr::550528bf-74f0-47e9-9bfa-e1ea6ba62bd3" providerId="AD" clId="Web-{2FE9D82F-63F4-139E-3458-671B621D710F}" dt="2025-12-20T15:44:33.473" v="163" actId="14100"/>
          <ac:picMkLst>
            <pc:docMk/>
            <pc:sldMk cId="326725470" sldId="268"/>
            <ac:picMk id="4" creationId="{9750669C-3F4E-1F35-D0FD-2B8FFF249C03}"/>
          </ac:picMkLst>
        </pc:picChg>
      </pc:sldChg>
      <pc:sldMasterChg chg="del delSldLayout">
        <pc:chgData name="Konstantinos-Panagiotis Rentinas" userId="S::k-p.rentinas@epsilonstudent.edu.gr::550528bf-74f0-47e9-9bfa-e1ea6ba62bd3" providerId="AD" clId="Web-{2FE9D82F-63F4-139E-3458-671B621D710F}" dt="2025-12-20T15:19:01.751" v="0"/>
        <pc:sldMasterMkLst>
          <pc:docMk/>
          <pc:sldMasterMk cId="2460954070" sldId="2147483660"/>
        </pc:sldMasterMkLst>
        <pc:sldLayoutChg chg="del">
          <pc:chgData name="Konstantinos-Panagiotis Rentinas" userId="S::k-p.rentinas@epsilonstudent.edu.gr::550528bf-74f0-47e9-9bfa-e1ea6ba62bd3" providerId="AD" clId="Web-{2FE9D82F-63F4-139E-3458-671B621D710F}" dt="2025-12-20T15:19:01.751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Konstantinos-Panagiotis Rentinas" userId="S::k-p.rentinas@epsilonstudent.edu.gr::550528bf-74f0-47e9-9bfa-e1ea6ba62bd3" providerId="AD" clId="Web-{2FE9D82F-63F4-139E-3458-671B621D710F}" dt="2025-12-20T15:19:01.751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Konstantinos-Panagiotis Rentinas" userId="S::k-p.rentinas@epsilonstudent.edu.gr::550528bf-74f0-47e9-9bfa-e1ea6ba62bd3" providerId="AD" clId="Web-{2FE9D82F-63F4-139E-3458-671B621D710F}" dt="2025-12-20T15:19:01.751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Konstantinos-Panagiotis Rentinas" userId="S::k-p.rentinas@epsilonstudent.edu.gr::550528bf-74f0-47e9-9bfa-e1ea6ba62bd3" providerId="AD" clId="Web-{2FE9D82F-63F4-139E-3458-671B621D710F}" dt="2025-12-20T15:19:01.751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Konstantinos-Panagiotis Rentinas" userId="S::k-p.rentinas@epsilonstudent.edu.gr::550528bf-74f0-47e9-9bfa-e1ea6ba62bd3" providerId="AD" clId="Web-{2FE9D82F-63F4-139E-3458-671B621D710F}" dt="2025-12-20T15:19:01.751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Konstantinos-Panagiotis Rentinas" userId="S::k-p.rentinas@epsilonstudent.edu.gr::550528bf-74f0-47e9-9bfa-e1ea6ba62bd3" providerId="AD" clId="Web-{2FE9D82F-63F4-139E-3458-671B621D710F}" dt="2025-12-20T15:19:01.751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Konstantinos-Panagiotis Rentinas" userId="S::k-p.rentinas@epsilonstudent.edu.gr::550528bf-74f0-47e9-9bfa-e1ea6ba62bd3" providerId="AD" clId="Web-{2FE9D82F-63F4-139E-3458-671B621D710F}" dt="2025-12-20T15:19:01.751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Konstantinos-Panagiotis Rentinas" userId="S::k-p.rentinas@epsilonstudent.edu.gr::550528bf-74f0-47e9-9bfa-e1ea6ba62bd3" providerId="AD" clId="Web-{2FE9D82F-63F4-139E-3458-671B621D710F}" dt="2025-12-20T15:19:01.751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Konstantinos-Panagiotis Rentinas" userId="S::k-p.rentinas@epsilonstudent.edu.gr::550528bf-74f0-47e9-9bfa-e1ea6ba62bd3" providerId="AD" clId="Web-{2FE9D82F-63F4-139E-3458-671B621D710F}" dt="2025-12-20T15:19:01.751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Konstantinos-Panagiotis Rentinas" userId="S::k-p.rentinas@epsilonstudent.edu.gr::550528bf-74f0-47e9-9bfa-e1ea6ba62bd3" providerId="AD" clId="Web-{2FE9D82F-63F4-139E-3458-671B621D710F}" dt="2025-12-20T15:19:01.751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Konstantinos-Panagiotis Rentinas" userId="S::k-p.rentinas@epsilonstudent.edu.gr::550528bf-74f0-47e9-9bfa-e1ea6ba62bd3" providerId="AD" clId="Web-{2FE9D82F-63F4-139E-3458-671B621D710F}" dt="2025-12-20T15:19:01.751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Konstantinos-Panagiotis Rentinas" userId="S::k-p.rentinas@epsilonstudent.edu.gr::550528bf-74f0-47e9-9bfa-e1ea6ba62bd3" providerId="AD" clId="Web-{2FE9D82F-63F4-139E-3458-671B621D710F}" dt="2025-12-20T15:19:57.583" v="1"/>
        <pc:sldMasterMkLst>
          <pc:docMk/>
          <pc:sldMasterMk cId="477822648" sldId="2147483685"/>
        </pc:sldMasterMkLst>
        <pc:sldLayoutChg chg="add del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477822648" sldId="2147483685"/>
            <pc:sldLayoutMk cId="393077228" sldId="2147483674"/>
          </pc:sldLayoutMkLst>
        </pc:sldLayoutChg>
        <pc:sldLayoutChg chg="add del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477822648" sldId="2147483685"/>
            <pc:sldLayoutMk cId="2329894171" sldId="2147483675"/>
          </pc:sldLayoutMkLst>
        </pc:sldLayoutChg>
        <pc:sldLayoutChg chg="add del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477822648" sldId="2147483685"/>
            <pc:sldLayoutMk cId="1071172323" sldId="2147483676"/>
          </pc:sldLayoutMkLst>
        </pc:sldLayoutChg>
        <pc:sldLayoutChg chg="add del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477822648" sldId="2147483685"/>
            <pc:sldLayoutMk cId="3578019757" sldId="2147483677"/>
          </pc:sldLayoutMkLst>
        </pc:sldLayoutChg>
        <pc:sldLayoutChg chg="add del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477822648" sldId="2147483685"/>
            <pc:sldLayoutMk cId="2255023289" sldId="2147483678"/>
          </pc:sldLayoutMkLst>
        </pc:sldLayoutChg>
        <pc:sldLayoutChg chg="add del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477822648" sldId="2147483685"/>
            <pc:sldLayoutMk cId="2586847284" sldId="2147483679"/>
          </pc:sldLayoutMkLst>
        </pc:sldLayoutChg>
        <pc:sldLayoutChg chg="add del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477822648" sldId="2147483685"/>
            <pc:sldLayoutMk cId="1668224423" sldId="2147483680"/>
          </pc:sldLayoutMkLst>
        </pc:sldLayoutChg>
        <pc:sldLayoutChg chg="add del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477822648" sldId="2147483685"/>
            <pc:sldLayoutMk cId="1854685694" sldId="2147483681"/>
          </pc:sldLayoutMkLst>
        </pc:sldLayoutChg>
        <pc:sldLayoutChg chg="add del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477822648" sldId="2147483685"/>
            <pc:sldLayoutMk cId="1578714728" sldId="2147483682"/>
          </pc:sldLayoutMkLst>
        </pc:sldLayoutChg>
        <pc:sldLayoutChg chg="add del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477822648" sldId="2147483685"/>
            <pc:sldLayoutMk cId="3314923969" sldId="2147483683"/>
          </pc:sldLayoutMkLst>
        </pc:sldLayoutChg>
        <pc:sldLayoutChg chg="add del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477822648" sldId="2147483685"/>
            <pc:sldLayoutMk cId="2302036360" sldId="2147483684"/>
          </pc:sldLayoutMkLst>
        </pc:sldLayoutChg>
      </pc:sldMasterChg>
      <pc:sldMasterChg chg="add addSldLayout">
        <pc:chgData name="Konstantinos-Panagiotis Rentinas" userId="S::k-p.rentinas@epsilonstudent.edu.gr::550528bf-74f0-47e9-9bfa-e1ea6ba62bd3" providerId="AD" clId="Web-{2FE9D82F-63F4-139E-3458-671B621D710F}" dt="2025-12-20T15:19:57.583" v="1"/>
        <pc:sldMasterMkLst>
          <pc:docMk/>
          <pc:sldMasterMk cId="653826355" sldId="2147483777"/>
        </pc:sldMasterMkLst>
        <pc:sldLayoutChg chg="add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653826355" sldId="2147483777"/>
            <pc:sldLayoutMk cId="3632782669" sldId="2147483766"/>
          </pc:sldLayoutMkLst>
        </pc:sldLayoutChg>
        <pc:sldLayoutChg chg="add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653826355" sldId="2147483777"/>
            <pc:sldLayoutMk cId="1822980222" sldId="2147483767"/>
          </pc:sldLayoutMkLst>
        </pc:sldLayoutChg>
        <pc:sldLayoutChg chg="add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653826355" sldId="2147483777"/>
            <pc:sldLayoutMk cId="3703844793" sldId="2147483768"/>
          </pc:sldLayoutMkLst>
        </pc:sldLayoutChg>
        <pc:sldLayoutChg chg="add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653826355" sldId="2147483777"/>
            <pc:sldLayoutMk cId="3668065057" sldId="2147483769"/>
          </pc:sldLayoutMkLst>
        </pc:sldLayoutChg>
        <pc:sldLayoutChg chg="add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653826355" sldId="2147483777"/>
            <pc:sldLayoutMk cId="2856423568" sldId="2147483770"/>
          </pc:sldLayoutMkLst>
        </pc:sldLayoutChg>
        <pc:sldLayoutChg chg="add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653826355" sldId="2147483777"/>
            <pc:sldLayoutMk cId="2505077138" sldId="2147483771"/>
          </pc:sldLayoutMkLst>
        </pc:sldLayoutChg>
        <pc:sldLayoutChg chg="add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653826355" sldId="2147483777"/>
            <pc:sldLayoutMk cId="798808881" sldId="2147483772"/>
          </pc:sldLayoutMkLst>
        </pc:sldLayoutChg>
        <pc:sldLayoutChg chg="add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653826355" sldId="2147483777"/>
            <pc:sldLayoutMk cId="349790588" sldId="2147483773"/>
          </pc:sldLayoutMkLst>
        </pc:sldLayoutChg>
        <pc:sldLayoutChg chg="add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653826355" sldId="2147483777"/>
            <pc:sldLayoutMk cId="1548045656" sldId="2147483774"/>
          </pc:sldLayoutMkLst>
        </pc:sldLayoutChg>
        <pc:sldLayoutChg chg="add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653826355" sldId="2147483777"/>
            <pc:sldLayoutMk cId="628173108" sldId="2147483775"/>
          </pc:sldLayoutMkLst>
        </pc:sldLayoutChg>
        <pc:sldLayoutChg chg="add">
          <pc:chgData name="Konstantinos-Panagiotis Rentinas" userId="S::k-p.rentinas@epsilonstudent.edu.gr::550528bf-74f0-47e9-9bfa-e1ea6ba62bd3" providerId="AD" clId="Web-{2FE9D82F-63F4-139E-3458-671B621D710F}" dt="2025-12-20T15:19:57.583" v="1"/>
          <pc:sldLayoutMkLst>
            <pc:docMk/>
            <pc:sldMasterMk cId="653826355" sldId="2147483777"/>
            <pc:sldLayoutMk cId="1309959916" sldId="2147483776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79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45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173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5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8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77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80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844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8065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423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08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826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66" r:id="rId5"/>
    <p:sldLayoutId id="2147483771" r:id="rId6"/>
    <p:sldLayoutId id="2147483767" r:id="rId7"/>
    <p:sldLayoutId id="2147483768" r:id="rId8"/>
    <p:sldLayoutId id="2147483769" r:id="rId9"/>
    <p:sldLayoutId id="2147483770" r:id="rId10"/>
    <p:sldLayoutId id="214748377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4CA2EAD-E7C7-4F64-924A-52D34FD75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68171" y="725033"/>
            <a:ext cx="8322809" cy="58277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>
                <a:latin typeface="Arial"/>
                <a:ea typeface="+mn-lt"/>
                <a:cs typeface="+mn-lt"/>
              </a:rPr>
              <a:t>Business Information Systems Project: </a:t>
            </a:r>
            <a:r>
              <a:rPr lang="en-US" sz="2800" b="1" dirty="0" err="1">
                <a:latin typeface="Arial"/>
                <a:ea typeface="+mn-lt"/>
                <a:cs typeface="+mn-lt"/>
              </a:rPr>
              <a:t>Ανάλυση</a:t>
            </a:r>
            <a:r>
              <a:rPr lang="en-US" sz="2800" b="1" dirty="0">
                <a:latin typeface="Arial"/>
                <a:ea typeface="+mn-lt"/>
                <a:cs typeface="+mn-lt"/>
              </a:rPr>
              <a:t> </a:t>
            </a:r>
            <a:r>
              <a:rPr lang="en-US" sz="2800" b="1" dirty="0" err="1">
                <a:latin typeface="Arial"/>
                <a:ea typeface="+mn-lt"/>
                <a:cs typeface="+mn-lt"/>
              </a:rPr>
              <a:t>Ικ</a:t>
            </a:r>
            <a:r>
              <a:rPr lang="en-US" sz="2800" b="1" dirty="0">
                <a:latin typeface="Arial"/>
                <a:ea typeface="+mn-lt"/>
                <a:cs typeface="+mn-lt"/>
              </a:rPr>
              <a:t>α</a:t>
            </a:r>
            <a:r>
              <a:rPr lang="en-US" sz="2800" b="1" dirty="0" err="1">
                <a:latin typeface="Arial"/>
                <a:ea typeface="+mn-lt"/>
                <a:cs typeface="+mn-lt"/>
              </a:rPr>
              <a:t>νο</a:t>
            </a:r>
            <a:r>
              <a:rPr lang="en-US" sz="2800" b="1" dirty="0">
                <a:latin typeface="Arial"/>
                <a:ea typeface="+mn-lt"/>
                <a:cs typeface="+mn-lt"/>
              </a:rPr>
              <a:t>π</a:t>
            </a:r>
            <a:r>
              <a:rPr lang="en-US" sz="2800" b="1" dirty="0" err="1">
                <a:latin typeface="Arial"/>
                <a:ea typeface="+mn-lt"/>
                <a:cs typeface="+mn-lt"/>
              </a:rPr>
              <a:t>οίησης</a:t>
            </a:r>
            <a:r>
              <a:rPr lang="en-US" sz="2800" b="1" dirty="0">
                <a:latin typeface="Arial"/>
                <a:ea typeface="+mn-lt"/>
                <a:cs typeface="+mn-lt"/>
              </a:rPr>
              <a:t> Επιβα</a:t>
            </a:r>
            <a:r>
              <a:rPr lang="en-US" sz="2800" b="1" dirty="0" err="1">
                <a:latin typeface="Arial"/>
                <a:ea typeface="+mn-lt"/>
                <a:cs typeface="+mn-lt"/>
              </a:rPr>
              <a:t>τών</a:t>
            </a:r>
            <a:r>
              <a:rPr lang="en-US" sz="2800" b="1" dirty="0">
                <a:latin typeface="Arial"/>
                <a:ea typeface="+mn-lt"/>
                <a:cs typeface="+mn-lt"/>
              </a:rPr>
              <a:t> </a:t>
            </a:r>
            <a:r>
              <a:rPr lang="en-US" sz="2800" b="1" dirty="0" err="1">
                <a:latin typeface="Arial"/>
                <a:ea typeface="+mn-lt"/>
                <a:cs typeface="+mn-lt"/>
              </a:rPr>
              <a:t>Αερο</a:t>
            </a:r>
            <a:r>
              <a:rPr lang="en-US" sz="2800" b="1" dirty="0">
                <a:latin typeface="Arial"/>
                <a:ea typeface="+mn-lt"/>
                <a:cs typeface="+mn-lt"/>
              </a:rPr>
              <a:t>π</a:t>
            </a:r>
            <a:r>
              <a:rPr lang="en-US" sz="2800" b="1" dirty="0" err="1">
                <a:latin typeface="Arial"/>
                <a:ea typeface="+mn-lt"/>
                <a:cs typeface="+mn-lt"/>
              </a:rPr>
              <a:t>ορικών</a:t>
            </a:r>
            <a:r>
              <a:rPr lang="en-US" sz="2800" b="1" dirty="0">
                <a:latin typeface="Arial"/>
                <a:ea typeface="+mn-lt"/>
                <a:cs typeface="+mn-lt"/>
              </a:rPr>
              <a:t> </a:t>
            </a:r>
            <a:r>
              <a:rPr lang="en-US" sz="2800" b="1" dirty="0" err="1">
                <a:latin typeface="Arial"/>
                <a:ea typeface="+mn-lt"/>
                <a:cs typeface="+mn-lt"/>
              </a:rPr>
              <a:t>Ετ</a:t>
            </a:r>
            <a:r>
              <a:rPr lang="en-US" sz="2800" b="1" dirty="0">
                <a:latin typeface="Arial"/>
                <a:ea typeface="+mn-lt"/>
                <a:cs typeface="+mn-lt"/>
              </a:rPr>
              <a:t>α</a:t>
            </a:r>
            <a:r>
              <a:rPr lang="en-US" sz="2800" b="1" dirty="0" err="1">
                <a:latin typeface="Arial"/>
                <a:ea typeface="+mn-lt"/>
                <a:cs typeface="+mn-lt"/>
              </a:rPr>
              <a:t>ιρειών</a:t>
            </a:r>
            <a:r>
              <a:rPr lang="en-US" sz="2800" b="1" dirty="0">
                <a:latin typeface="Arial"/>
                <a:ea typeface="+mn-lt"/>
                <a:cs typeface="+mn-lt"/>
              </a:rPr>
              <a:t> </a:t>
            </a:r>
            <a:endParaRPr lang="en-US" sz="2800" b="1">
              <a:solidFill>
                <a:srgbClr val="000000">
                  <a:alpha val="60000"/>
                </a:srgbClr>
              </a:solidFill>
              <a:latin typeface="Arial"/>
              <a:ea typeface="Calibri"/>
              <a:cs typeface="Calibri"/>
            </a:endParaRPr>
          </a:p>
          <a:p>
            <a:endParaRPr lang="en-US" dirty="0">
              <a:solidFill>
                <a:srgbClr val="000000">
                  <a:alpha val="60000"/>
                </a:srgbClr>
              </a:solidFill>
              <a:latin typeface="Arial"/>
              <a:ea typeface="+mn-lt"/>
              <a:cs typeface="+mn-lt"/>
            </a:endParaRPr>
          </a:p>
          <a:p>
            <a:r>
              <a:rPr lang="en-US" dirty="0">
                <a:latin typeface="Arial"/>
                <a:ea typeface="+mn-lt"/>
                <a:cs typeface="+mn-lt"/>
              </a:rPr>
              <a:t>Από </a:t>
            </a:r>
            <a:r>
              <a:rPr lang="en-US" dirty="0" err="1">
                <a:latin typeface="Arial"/>
                <a:ea typeface="+mn-lt"/>
                <a:cs typeface="+mn-lt"/>
              </a:rPr>
              <a:t>την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Περιγρ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φική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Ανάλυση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στ</a:t>
            </a:r>
            <a:r>
              <a:rPr lang="en-US" dirty="0">
                <a:latin typeface="Arial"/>
                <a:ea typeface="+mn-lt"/>
                <a:cs typeface="+mn-lt"/>
              </a:rPr>
              <a:t>α </a:t>
            </a:r>
            <a:r>
              <a:rPr lang="en-US" dirty="0" err="1">
                <a:latin typeface="Arial"/>
                <a:ea typeface="+mn-lt"/>
                <a:cs typeface="+mn-lt"/>
              </a:rPr>
              <a:t>Προ</a:t>
            </a:r>
            <a:r>
              <a:rPr lang="en-US" dirty="0">
                <a:latin typeface="Arial"/>
                <a:ea typeface="+mn-lt"/>
                <a:cs typeface="+mn-lt"/>
              </a:rPr>
              <a:t>β</a:t>
            </a:r>
            <a:r>
              <a:rPr lang="en-US" dirty="0" err="1">
                <a:latin typeface="Arial"/>
                <a:ea typeface="+mn-lt"/>
                <a:cs typeface="+mn-lt"/>
              </a:rPr>
              <a:t>λε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τικά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Μοντέλ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dirty="0">
              <a:solidFill>
                <a:srgbClr val="000000">
                  <a:alpha val="60000"/>
                </a:srgbClr>
              </a:solidFill>
              <a:latin typeface="Arial"/>
              <a:ea typeface="+mn-lt"/>
              <a:cs typeface="+mn-lt"/>
            </a:endParaRPr>
          </a:p>
          <a:p>
            <a:endParaRPr lang="en-US" dirty="0">
              <a:solidFill>
                <a:srgbClr val="000000">
                  <a:alpha val="60000"/>
                </a:srgbClr>
              </a:solidFill>
              <a:latin typeface="Aria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latin typeface="Arial"/>
                <a:ea typeface="+mn-lt"/>
                <a:cs typeface="+mn-lt"/>
              </a:rPr>
              <a:t>Ονομ</a:t>
            </a:r>
            <a:r>
              <a:rPr lang="en-US" b="1" dirty="0">
                <a:latin typeface="Arial"/>
                <a:ea typeface="+mn-lt"/>
                <a:cs typeface="+mn-lt"/>
              </a:rPr>
              <a:t>α</a:t>
            </a:r>
            <a:r>
              <a:rPr lang="en-US" b="1" dirty="0" err="1">
                <a:latin typeface="Arial"/>
                <a:ea typeface="+mn-lt"/>
                <a:cs typeface="+mn-lt"/>
              </a:rPr>
              <a:t>τε</a:t>
            </a:r>
            <a:r>
              <a:rPr lang="en-US" b="1" dirty="0">
                <a:latin typeface="Arial"/>
                <a:ea typeface="+mn-lt"/>
                <a:cs typeface="+mn-lt"/>
              </a:rPr>
              <a:t>π</a:t>
            </a:r>
            <a:r>
              <a:rPr lang="en-US" b="1" dirty="0" err="1">
                <a:latin typeface="Arial"/>
                <a:ea typeface="+mn-lt"/>
                <a:cs typeface="+mn-lt"/>
              </a:rPr>
              <a:t>ώνυμο</a:t>
            </a:r>
            <a:r>
              <a:rPr lang="en-US" b="1" dirty="0">
                <a:latin typeface="Arial"/>
                <a:ea typeface="+mn-lt"/>
                <a:cs typeface="+mn-lt"/>
              </a:rPr>
              <a:t>: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Ρεντίν</a:t>
            </a:r>
            <a:r>
              <a:rPr lang="en-US" dirty="0">
                <a:latin typeface="Arial"/>
                <a:ea typeface="+mn-lt"/>
                <a:cs typeface="+mn-lt"/>
              </a:rPr>
              <a:t>ας </a:t>
            </a:r>
            <a:r>
              <a:rPr lang="en-US" dirty="0" err="1">
                <a:latin typeface="Arial"/>
                <a:ea typeface="+mn-lt"/>
                <a:cs typeface="+mn-lt"/>
              </a:rPr>
              <a:t>Κων</a:t>
            </a:r>
            <a:r>
              <a:rPr lang="en-US" dirty="0">
                <a:latin typeface="Arial"/>
                <a:ea typeface="+mn-lt"/>
                <a:cs typeface="+mn-lt"/>
              </a:rPr>
              <a:t>/</a:t>
            </a:r>
            <a:r>
              <a:rPr lang="en-US" dirty="0" err="1">
                <a:latin typeface="Arial"/>
                <a:ea typeface="+mn-lt"/>
                <a:cs typeface="+mn-lt"/>
              </a:rPr>
              <a:t>νος</a:t>
            </a:r>
            <a:r>
              <a:rPr lang="en-US" dirty="0">
                <a:latin typeface="Arial"/>
                <a:ea typeface="+mn-lt"/>
                <a:cs typeface="+mn-lt"/>
              </a:rPr>
              <a:t> Πανα</a:t>
            </a:r>
            <a:r>
              <a:rPr lang="en-US" dirty="0" err="1">
                <a:latin typeface="Arial"/>
                <a:ea typeface="+mn-lt"/>
                <a:cs typeface="+mn-lt"/>
              </a:rPr>
              <a:t>γιώτης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Arial"/>
                <a:ea typeface="+mn-lt"/>
                <a:cs typeface="+mn-lt"/>
              </a:rPr>
              <a:t>Επιβ</a:t>
            </a:r>
            <a:r>
              <a:rPr lang="en-US" b="1" dirty="0" err="1">
                <a:latin typeface="Arial"/>
                <a:ea typeface="+mn-lt"/>
                <a:cs typeface="+mn-lt"/>
              </a:rPr>
              <a:t>λέ</a:t>
            </a:r>
            <a:r>
              <a:rPr lang="en-US" b="1" dirty="0">
                <a:latin typeface="Arial"/>
                <a:ea typeface="+mn-lt"/>
                <a:cs typeface="+mn-lt"/>
              </a:rPr>
              <a:t>π</a:t>
            </a:r>
            <a:r>
              <a:rPr lang="en-US" b="1" dirty="0" err="1">
                <a:latin typeface="Arial"/>
                <a:ea typeface="+mn-lt"/>
                <a:cs typeface="+mn-lt"/>
              </a:rPr>
              <a:t>ων</a:t>
            </a:r>
            <a:r>
              <a:rPr lang="en-US" b="1" dirty="0">
                <a:latin typeface="Arial"/>
                <a:ea typeface="+mn-lt"/>
                <a:cs typeface="+mn-lt"/>
              </a:rPr>
              <a:t> Κα</a:t>
            </a:r>
            <a:r>
              <a:rPr lang="en-US" b="1" dirty="0" err="1">
                <a:latin typeface="Arial"/>
                <a:ea typeface="+mn-lt"/>
                <a:cs typeface="+mn-lt"/>
              </a:rPr>
              <a:t>θηγητής</a:t>
            </a:r>
            <a:r>
              <a:rPr lang="en-US" b="1" dirty="0">
                <a:latin typeface="Arial"/>
                <a:ea typeface="+mn-lt"/>
                <a:cs typeface="+mn-lt"/>
              </a:rPr>
              <a:t>: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Θεόδωρος</a:t>
            </a:r>
            <a:r>
              <a:rPr lang="en-US" dirty="0">
                <a:latin typeface="Arial"/>
                <a:ea typeface="+mn-lt"/>
                <a:cs typeface="+mn-lt"/>
              </a:rPr>
              <a:t> Μα</a:t>
            </a:r>
            <a:r>
              <a:rPr lang="en-US" dirty="0" err="1">
                <a:latin typeface="Arial"/>
                <a:ea typeface="+mn-lt"/>
                <a:cs typeface="+mn-lt"/>
              </a:rPr>
              <a:t>νά</a:t>
            </a:r>
            <a:r>
              <a:rPr lang="en-US" dirty="0">
                <a:latin typeface="Arial"/>
                <a:ea typeface="+mn-lt"/>
                <a:cs typeface="+mn-lt"/>
              </a:rPr>
              <a:t>β</a:t>
            </a:r>
            <a:r>
              <a:rPr lang="en-US" dirty="0" err="1">
                <a:latin typeface="Arial"/>
                <a:ea typeface="+mn-lt"/>
                <a:cs typeface="+mn-lt"/>
              </a:rPr>
              <a:t>ης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dirty="0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8C5F78A7-88C8-8F31-9F7B-7ABCFD4A3A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92" r="15113" b="-6"/>
          <a:stretch>
            <a:fillRect/>
          </a:stretch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9575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CFDE7-21B3-A82E-1460-D47C8BCE0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87C289F-80AE-3B16-70B0-E21000317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1F44D0-BFCF-D2A8-D589-0B8CB3C49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8170" y="12195"/>
            <a:ext cx="8322811" cy="68601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latin typeface="Arial"/>
                <a:ea typeface="+mn-lt"/>
                <a:cs typeface="+mn-lt"/>
              </a:rPr>
              <a:t>Ερευνητικό</a:t>
            </a:r>
            <a:r>
              <a:rPr lang="en-US" b="1" dirty="0">
                <a:latin typeface="Arial"/>
                <a:ea typeface="+mn-lt"/>
                <a:cs typeface="+mn-lt"/>
              </a:rPr>
              <a:t> </a:t>
            </a:r>
            <a:r>
              <a:rPr lang="en-US" b="1" dirty="0" err="1">
                <a:latin typeface="Arial"/>
                <a:ea typeface="+mn-lt"/>
                <a:cs typeface="+mn-lt"/>
              </a:rPr>
              <a:t>Ερώτημ</a:t>
            </a:r>
            <a:r>
              <a:rPr lang="en-US" b="1" dirty="0">
                <a:latin typeface="Arial"/>
                <a:ea typeface="+mn-lt"/>
                <a:cs typeface="+mn-lt"/>
              </a:rPr>
              <a:t>α: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Ποιοι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είν</a:t>
            </a:r>
            <a:r>
              <a:rPr lang="en-US" dirty="0">
                <a:latin typeface="Arial"/>
                <a:ea typeface="+mn-lt"/>
                <a:cs typeface="+mn-lt"/>
              </a:rPr>
              <a:t>αι </a:t>
            </a:r>
            <a:r>
              <a:rPr lang="en-US" dirty="0" err="1">
                <a:latin typeface="Arial"/>
                <a:ea typeface="+mn-lt"/>
                <a:cs typeface="+mn-lt"/>
              </a:rPr>
              <a:t>οι</a:t>
            </a:r>
            <a:r>
              <a:rPr lang="en-US" dirty="0">
                <a:latin typeface="Arial"/>
                <a:ea typeface="+mn-lt"/>
                <a:cs typeface="+mn-lt"/>
              </a:rPr>
              <a:t> βα</a:t>
            </a:r>
            <a:r>
              <a:rPr lang="en-US" dirty="0" err="1">
                <a:latin typeface="Arial"/>
                <a:ea typeface="+mn-lt"/>
                <a:cs typeface="+mn-lt"/>
              </a:rPr>
              <a:t>σικοί</a:t>
            </a:r>
            <a:r>
              <a:rPr lang="en-US" dirty="0">
                <a:latin typeface="Arial"/>
                <a:ea typeface="+mn-lt"/>
                <a:cs typeface="+mn-lt"/>
              </a:rPr>
              <a:t> πα</a:t>
            </a:r>
            <a:r>
              <a:rPr lang="en-US" dirty="0" err="1">
                <a:latin typeface="Arial"/>
                <a:ea typeface="+mn-lt"/>
                <a:cs typeface="+mn-lt"/>
              </a:rPr>
              <a:t>ράγοντες</a:t>
            </a:r>
            <a:r>
              <a:rPr lang="en-US" dirty="0">
                <a:latin typeface="Arial"/>
                <a:ea typeface="+mn-lt"/>
                <a:cs typeface="+mn-lt"/>
              </a:rPr>
              <a:t> π</a:t>
            </a:r>
            <a:r>
              <a:rPr lang="en-US" dirty="0" err="1">
                <a:latin typeface="Arial"/>
                <a:ea typeface="+mn-lt"/>
                <a:cs typeface="+mn-lt"/>
              </a:rPr>
              <a:t>ου</a:t>
            </a:r>
            <a:r>
              <a:rPr lang="en-US" dirty="0">
                <a:latin typeface="Arial"/>
                <a:ea typeface="+mn-lt"/>
                <a:cs typeface="+mn-lt"/>
              </a:rPr>
              <a:t> επ</a:t>
            </a:r>
            <a:r>
              <a:rPr lang="en-US" dirty="0" err="1">
                <a:latin typeface="Arial"/>
                <a:ea typeface="+mn-lt"/>
                <a:cs typeface="+mn-lt"/>
              </a:rPr>
              <a:t>ηρεάζουν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την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ικ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νο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οίηση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των</a:t>
            </a:r>
            <a:r>
              <a:rPr lang="en-US" dirty="0">
                <a:latin typeface="Arial"/>
                <a:ea typeface="+mn-lt"/>
                <a:cs typeface="+mn-lt"/>
              </a:rPr>
              <a:t> επιβα</a:t>
            </a:r>
            <a:r>
              <a:rPr lang="en-US" dirty="0" err="1">
                <a:latin typeface="Arial"/>
                <a:ea typeface="+mn-lt"/>
                <a:cs typeface="+mn-lt"/>
              </a:rPr>
              <a:t>τών</a:t>
            </a:r>
            <a:r>
              <a:rPr lang="en-US" dirty="0">
                <a:latin typeface="Arial"/>
                <a:ea typeface="+mn-lt"/>
                <a:cs typeface="+mn-lt"/>
              </a:rPr>
              <a:t>; 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Πώς</a:t>
            </a:r>
            <a:r>
              <a:rPr lang="en-US" dirty="0">
                <a:latin typeface="Arial"/>
                <a:ea typeface="+mn-lt"/>
                <a:cs typeface="+mn-lt"/>
              </a:rPr>
              <a:t> μπ</a:t>
            </a:r>
            <a:r>
              <a:rPr lang="en-US" dirty="0" err="1">
                <a:latin typeface="Arial"/>
                <a:ea typeface="+mn-lt"/>
                <a:cs typeface="+mn-lt"/>
              </a:rPr>
              <a:t>ορούν</a:t>
            </a:r>
            <a:r>
              <a:rPr lang="en-US" dirty="0">
                <a:latin typeface="Arial"/>
                <a:ea typeface="+mn-lt"/>
                <a:cs typeface="+mn-lt"/>
              </a:rPr>
              <a:t> να α</a:t>
            </a:r>
            <a:r>
              <a:rPr lang="en-US" dirty="0" err="1">
                <a:latin typeface="Arial"/>
                <a:ea typeface="+mn-lt"/>
                <a:cs typeface="+mn-lt"/>
              </a:rPr>
              <a:t>ξιο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οιηθούν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γι</a:t>
            </a:r>
            <a:r>
              <a:rPr lang="en-US" dirty="0">
                <a:latin typeface="Arial"/>
                <a:ea typeface="+mn-lt"/>
                <a:cs typeface="+mn-lt"/>
              </a:rPr>
              <a:t>α </a:t>
            </a:r>
            <a:r>
              <a:rPr lang="en-US" dirty="0" err="1">
                <a:latin typeface="Arial"/>
                <a:ea typeface="+mn-lt"/>
                <a:cs typeface="+mn-lt"/>
              </a:rPr>
              <a:t>την</a:t>
            </a:r>
            <a:r>
              <a:rPr lang="en-US" dirty="0">
                <a:latin typeface="Arial"/>
                <a:ea typeface="+mn-lt"/>
                <a:cs typeface="+mn-lt"/>
              </a:rPr>
              <a:t> α</a:t>
            </a:r>
            <a:r>
              <a:rPr lang="en-US" dirty="0" err="1">
                <a:latin typeface="Arial"/>
                <a:ea typeface="+mn-lt"/>
                <a:cs typeface="+mn-lt"/>
              </a:rPr>
              <a:t>νά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τυξη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ενός</a:t>
            </a:r>
            <a:r>
              <a:rPr lang="en-US" dirty="0">
                <a:latin typeface="Arial"/>
                <a:ea typeface="+mn-lt"/>
                <a:cs typeface="+mn-lt"/>
              </a:rPr>
              <a:t> α</a:t>
            </a:r>
            <a:r>
              <a:rPr lang="en-US" dirty="0" err="1">
                <a:latin typeface="Arial"/>
                <a:ea typeface="+mn-lt"/>
                <a:cs typeface="+mn-lt"/>
              </a:rPr>
              <a:t>ξιό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ιστου</a:t>
            </a:r>
            <a:r>
              <a:rPr lang="en-US" dirty="0">
                <a:latin typeface="Arial"/>
                <a:ea typeface="+mn-lt"/>
                <a:cs typeface="+mn-lt"/>
              </a:rPr>
              <a:t> π</a:t>
            </a:r>
            <a:r>
              <a:rPr lang="en-US" dirty="0" err="1">
                <a:latin typeface="Arial"/>
                <a:ea typeface="+mn-lt"/>
                <a:cs typeface="+mn-lt"/>
              </a:rPr>
              <a:t>ρο</a:t>
            </a:r>
            <a:r>
              <a:rPr lang="en-US" dirty="0">
                <a:latin typeface="Arial"/>
                <a:ea typeface="+mn-lt"/>
                <a:cs typeface="+mn-lt"/>
              </a:rPr>
              <a:t>β</a:t>
            </a:r>
            <a:r>
              <a:rPr lang="en-US" dirty="0" err="1">
                <a:latin typeface="Arial"/>
                <a:ea typeface="+mn-lt"/>
                <a:cs typeface="+mn-lt"/>
              </a:rPr>
              <a:t>λε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τικού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μοντέλου</a:t>
            </a:r>
            <a:r>
              <a:rPr lang="en-US" dirty="0">
                <a:latin typeface="Arial"/>
                <a:ea typeface="+mn-lt"/>
                <a:cs typeface="+mn-lt"/>
              </a:rPr>
              <a:t>; </a:t>
            </a:r>
            <a:endParaRPr lang="en-US" dirty="0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latin typeface="Arial"/>
                <a:ea typeface="+mn-lt"/>
                <a:cs typeface="+mn-lt"/>
              </a:rPr>
              <a:t>Στόχοι</a:t>
            </a:r>
            <a:r>
              <a:rPr lang="en-US" b="1" dirty="0">
                <a:latin typeface="Arial"/>
                <a:ea typeface="+mn-lt"/>
                <a:cs typeface="+mn-lt"/>
              </a:rPr>
              <a:t> </a:t>
            </a:r>
            <a:r>
              <a:rPr lang="en-US" b="1" dirty="0" err="1">
                <a:latin typeface="Arial"/>
                <a:ea typeface="+mn-lt"/>
                <a:cs typeface="+mn-lt"/>
              </a:rPr>
              <a:t>Έρευν</a:t>
            </a:r>
            <a:r>
              <a:rPr lang="en-US" b="1" dirty="0">
                <a:latin typeface="Arial"/>
                <a:ea typeface="+mn-lt"/>
                <a:cs typeface="+mn-lt"/>
              </a:rPr>
              <a:t>ας: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Ανάλυση</a:t>
            </a:r>
            <a:r>
              <a:rPr lang="en-US" dirty="0">
                <a:latin typeface="Arial"/>
                <a:ea typeface="+mn-lt"/>
                <a:cs typeface="+mn-lt"/>
              </a:rPr>
              <a:t> πρα</a:t>
            </a:r>
            <a:r>
              <a:rPr lang="en-US" dirty="0" err="1">
                <a:latin typeface="Arial"/>
                <a:ea typeface="+mn-lt"/>
                <a:cs typeface="+mn-lt"/>
              </a:rPr>
              <a:t>γμ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τικών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δεδομένων</a:t>
            </a:r>
            <a:r>
              <a:rPr lang="en-US" dirty="0">
                <a:latin typeface="Arial"/>
                <a:ea typeface="+mn-lt"/>
                <a:cs typeface="+mn-lt"/>
              </a:rPr>
              <a:t> (Kaggle Dataset).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Οπ</a:t>
            </a:r>
            <a:r>
              <a:rPr lang="en-US" dirty="0" err="1">
                <a:latin typeface="Arial"/>
                <a:ea typeface="+mn-lt"/>
                <a:cs typeface="+mn-lt"/>
              </a:rPr>
              <a:t>τικο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οίηση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τάσεων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μέσω</a:t>
            </a:r>
            <a:r>
              <a:rPr lang="en-US" dirty="0">
                <a:latin typeface="Arial"/>
                <a:ea typeface="+mn-lt"/>
                <a:cs typeface="+mn-lt"/>
              </a:rPr>
              <a:t> Power BI.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Δημιουργί</a:t>
            </a:r>
            <a:r>
              <a:rPr lang="en-US" dirty="0">
                <a:latin typeface="Arial"/>
                <a:ea typeface="+mn-lt"/>
                <a:cs typeface="+mn-lt"/>
              </a:rPr>
              <a:t>α </a:t>
            </a:r>
            <a:r>
              <a:rPr lang="en-US" dirty="0" err="1">
                <a:latin typeface="Arial"/>
                <a:ea typeface="+mn-lt"/>
                <a:cs typeface="+mn-lt"/>
              </a:rPr>
              <a:t>μοντέλων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Μηχ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νικής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Μάθησης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μέσω</a:t>
            </a:r>
            <a:r>
              <a:rPr lang="en-US" dirty="0">
                <a:latin typeface="Arial"/>
                <a:ea typeface="+mn-lt"/>
                <a:cs typeface="+mn-lt"/>
              </a:rPr>
              <a:t> Weka.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Δι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τύ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ωση</a:t>
            </a:r>
            <a:r>
              <a:rPr lang="en-US" dirty="0">
                <a:latin typeface="Arial"/>
                <a:ea typeface="+mn-lt"/>
                <a:cs typeface="+mn-lt"/>
              </a:rPr>
              <a:t> π</a:t>
            </a:r>
            <a:r>
              <a:rPr lang="en-US" dirty="0" err="1">
                <a:latin typeface="Arial"/>
                <a:ea typeface="+mn-lt"/>
                <a:cs typeface="+mn-lt"/>
              </a:rPr>
              <a:t>ροτάσεων</a:t>
            </a:r>
            <a:r>
              <a:rPr lang="en-US" dirty="0">
                <a:latin typeface="Arial"/>
                <a:ea typeface="+mn-lt"/>
                <a:cs typeface="+mn-lt"/>
              </a:rPr>
              <a:t> β</a:t>
            </a:r>
            <a:r>
              <a:rPr lang="en-US" dirty="0" err="1">
                <a:latin typeface="Arial"/>
                <a:ea typeface="+mn-lt"/>
                <a:cs typeface="+mn-lt"/>
              </a:rPr>
              <a:t>ελτίωσης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dirty="0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4D29414D-4BCE-B72A-583F-80B7222EBE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92" r="15113" b="-6"/>
          <a:stretch>
            <a:fillRect/>
          </a:stretch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F80CE07-3B12-F6BD-00DA-D1C7332DE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9575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184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44B010-49FD-342D-7426-F6D8B0AD7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DA703A-C3A2-63FD-43A2-70E4A897C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A8BD8-05B2-8088-14C6-D07406052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8169" y="12194"/>
            <a:ext cx="8322812" cy="68724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Arial"/>
                <a:cs typeface="Arial"/>
              </a:rPr>
              <a:t>Θεωρητικό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Πλ</a:t>
            </a:r>
            <a:r>
              <a:rPr lang="en-US" dirty="0">
                <a:latin typeface="Arial"/>
                <a:cs typeface="Arial"/>
              </a:rPr>
              <a:t>α</a:t>
            </a:r>
            <a:r>
              <a:rPr lang="en-US" dirty="0" err="1">
                <a:latin typeface="Arial"/>
                <a:cs typeface="Arial"/>
              </a:rPr>
              <a:t>ίσιο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dirty="0">
              <a:solidFill>
                <a:srgbClr val="000000">
                  <a:alpha val="60000"/>
                </a:srgbClr>
              </a:solidFill>
              <a:latin typeface="Aria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Ικ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νο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οίηση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Πελ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τών</a:t>
            </a:r>
            <a:r>
              <a:rPr lang="en-US" dirty="0">
                <a:latin typeface="Arial"/>
                <a:ea typeface="+mn-lt"/>
                <a:cs typeface="+mn-lt"/>
              </a:rPr>
              <a:t>: </a:t>
            </a:r>
            <a:r>
              <a:rPr lang="en-US" dirty="0" err="1">
                <a:latin typeface="Arial"/>
                <a:ea typeface="+mn-lt"/>
                <a:cs typeface="+mn-lt"/>
              </a:rPr>
              <a:t>Σύγκριση</a:t>
            </a:r>
            <a:r>
              <a:rPr lang="en-US" dirty="0">
                <a:latin typeface="Arial"/>
                <a:ea typeface="+mn-lt"/>
                <a:cs typeface="+mn-lt"/>
              </a:rPr>
              <a:t> π</a:t>
            </a:r>
            <a:r>
              <a:rPr lang="en-US" dirty="0" err="1">
                <a:latin typeface="Arial"/>
                <a:ea typeface="+mn-lt"/>
                <a:cs typeface="+mn-lt"/>
              </a:rPr>
              <a:t>ροσδοκιών</a:t>
            </a:r>
            <a:r>
              <a:rPr lang="en-US" dirty="0">
                <a:latin typeface="Arial"/>
                <a:ea typeface="+mn-lt"/>
                <a:cs typeface="+mn-lt"/>
              </a:rPr>
              <a:t> και </a:t>
            </a:r>
            <a:r>
              <a:rPr lang="en-US" dirty="0" err="1">
                <a:latin typeface="Arial"/>
                <a:ea typeface="+mn-lt"/>
                <a:cs typeface="+mn-lt"/>
              </a:rPr>
              <a:t>εμ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ειρί</a:t>
            </a:r>
            <a:r>
              <a:rPr lang="en-US" dirty="0">
                <a:latin typeface="Arial"/>
                <a:ea typeface="+mn-lt"/>
                <a:cs typeface="+mn-lt"/>
              </a:rPr>
              <a:t>ας (Kotler).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Μοντέλο</a:t>
            </a:r>
            <a:r>
              <a:rPr lang="en-US" dirty="0">
                <a:latin typeface="Arial"/>
                <a:ea typeface="+mn-lt"/>
                <a:cs typeface="+mn-lt"/>
              </a:rPr>
              <a:t> SERVQUAL: </a:t>
            </a:r>
            <a:r>
              <a:rPr lang="en-US" dirty="0" err="1">
                <a:latin typeface="Arial"/>
                <a:ea typeface="+mn-lt"/>
                <a:cs typeface="+mn-lt"/>
              </a:rPr>
              <a:t>Δι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στάσεις</a:t>
            </a:r>
            <a:r>
              <a:rPr lang="en-US" dirty="0">
                <a:latin typeface="Arial"/>
                <a:ea typeface="+mn-lt"/>
                <a:cs typeface="+mn-lt"/>
              </a:rPr>
              <a:t> π</a:t>
            </a:r>
            <a:r>
              <a:rPr lang="en-US" dirty="0" err="1">
                <a:latin typeface="Arial"/>
                <a:ea typeface="+mn-lt"/>
                <a:cs typeface="+mn-lt"/>
              </a:rPr>
              <a:t>οιότητ</a:t>
            </a:r>
            <a:r>
              <a:rPr lang="en-US" dirty="0">
                <a:latin typeface="Arial"/>
                <a:ea typeface="+mn-lt"/>
                <a:cs typeface="+mn-lt"/>
              </a:rPr>
              <a:t>ας (</a:t>
            </a:r>
            <a:r>
              <a:rPr lang="en-US" dirty="0" err="1">
                <a:latin typeface="Arial"/>
                <a:ea typeface="+mn-lt"/>
                <a:cs typeface="+mn-lt"/>
              </a:rPr>
              <a:t>Αξιο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ιστί</a:t>
            </a:r>
            <a:r>
              <a:rPr lang="en-US" dirty="0">
                <a:latin typeface="Arial"/>
                <a:ea typeface="+mn-lt"/>
                <a:cs typeface="+mn-lt"/>
              </a:rPr>
              <a:t>α, </a:t>
            </a:r>
            <a:r>
              <a:rPr lang="en-US" dirty="0" err="1">
                <a:latin typeface="Arial"/>
                <a:ea typeface="+mn-lt"/>
                <a:cs typeface="+mn-lt"/>
              </a:rPr>
              <a:t>Αντ</a:t>
            </a:r>
            <a:r>
              <a:rPr lang="en-US" dirty="0">
                <a:latin typeface="Arial"/>
                <a:ea typeface="+mn-lt"/>
                <a:cs typeface="+mn-lt"/>
              </a:rPr>
              <a:t>απ</a:t>
            </a:r>
            <a:r>
              <a:rPr lang="en-US" dirty="0" err="1">
                <a:latin typeface="Arial"/>
                <a:ea typeface="+mn-lt"/>
                <a:cs typeface="+mn-lt"/>
              </a:rPr>
              <a:t>όκριση</a:t>
            </a:r>
            <a:r>
              <a:rPr lang="en-US" dirty="0">
                <a:latin typeface="Arial"/>
                <a:ea typeface="+mn-lt"/>
                <a:cs typeface="+mn-lt"/>
              </a:rPr>
              <a:t>, </a:t>
            </a:r>
            <a:r>
              <a:rPr lang="en-US" dirty="0" err="1">
                <a:latin typeface="Arial"/>
                <a:ea typeface="+mn-lt"/>
                <a:cs typeface="+mn-lt"/>
              </a:rPr>
              <a:t>Ενσυν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ίσθηση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κ.λ</a:t>
            </a:r>
            <a:r>
              <a:rPr lang="en-US" dirty="0">
                <a:latin typeface="Arial"/>
                <a:ea typeface="+mn-lt"/>
                <a:cs typeface="+mn-lt"/>
              </a:rPr>
              <a:t>π.).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dirty="0">
              <a:solidFill>
                <a:srgbClr val="000000">
                  <a:alpha val="60000"/>
                </a:srgbClr>
              </a:solidFill>
              <a:latin typeface="Aria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Μοντέλο</a:t>
            </a:r>
            <a:r>
              <a:rPr lang="en-US" dirty="0">
                <a:latin typeface="Arial"/>
                <a:ea typeface="+mn-lt"/>
                <a:cs typeface="+mn-lt"/>
              </a:rPr>
              <a:t> Kano: Βα</a:t>
            </a:r>
            <a:r>
              <a:rPr lang="en-US" dirty="0" err="1">
                <a:latin typeface="Arial"/>
                <a:ea typeface="+mn-lt"/>
                <a:cs typeface="+mn-lt"/>
              </a:rPr>
              <a:t>σικά</a:t>
            </a:r>
            <a:r>
              <a:rPr lang="en-US" dirty="0">
                <a:latin typeface="Arial"/>
                <a:ea typeface="+mn-lt"/>
                <a:cs typeface="+mn-lt"/>
              </a:rPr>
              <a:t> χαρα</a:t>
            </a:r>
            <a:r>
              <a:rPr lang="en-US" dirty="0" err="1">
                <a:latin typeface="Arial"/>
                <a:ea typeface="+mn-lt"/>
                <a:cs typeface="+mn-lt"/>
              </a:rPr>
              <a:t>κτηριστικά</a:t>
            </a:r>
            <a:r>
              <a:rPr lang="en-US" dirty="0">
                <a:latin typeface="Arial"/>
                <a:ea typeface="+mn-lt"/>
                <a:cs typeface="+mn-lt"/>
              </a:rPr>
              <a:t> vs. Χαρα</a:t>
            </a:r>
            <a:r>
              <a:rPr lang="en-US" dirty="0" err="1">
                <a:latin typeface="Arial"/>
                <a:ea typeface="+mn-lt"/>
                <a:cs typeface="+mn-lt"/>
              </a:rPr>
              <a:t>κτηριστικά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ενθουσι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σμού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Σύγχρονες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Τάσεις</a:t>
            </a:r>
            <a:r>
              <a:rPr lang="en-US" dirty="0">
                <a:latin typeface="Arial"/>
                <a:ea typeface="+mn-lt"/>
                <a:cs typeface="+mn-lt"/>
              </a:rPr>
              <a:t>: </a:t>
            </a:r>
            <a:r>
              <a:rPr lang="en-US" dirty="0" err="1">
                <a:latin typeface="Arial"/>
                <a:ea typeface="+mn-lt"/>
                <a:cs typeface="+mn-lt"/>
              </a:rPr>
              <a:t>Σημ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σί</a:t>
            </a:r>
            <a:r>
              <a:rPr lang="en-US" dirty="0">
                <a:latin typeface="Arial"/>
                <a:ea typeface="+mn-lt"/>
                <a:cs typeface="+mn-lt"/>
              </a:rPr>
              <a:t>α </a:t>
            </a:r>
            <a:r>
              <a:rPr lang="en-US" dirty="0" err="1">
                <a:latin typeface="Arial"/>
                <a:ea typeface="+mn-lt"/>
                <a:cs typeface="+mn-lt"/>
              </a:rPr>
              <a:t>Υγιεινής</a:t>
            </a:r>
            <a:r>
              <a:rPr lang="en-US" dirty="0">
                <a:latin typeface="Arial"/>
                <a:ea typeface="+mn-lt"/>
                <a:cs typeface="+mn-lt"/>
              </a:rPr>
              <a:t> &amp; </a:t>
            </a:r>
            <a:r>
              <a:rPr lang="en-US" dirty="0" err="1">
                <a:latin typeface="Arial"/>
                <a:ea typeface="+mn-lt"/>
                <a:cs typeface="+mn-lt"/>
              </a:rPr>
              <a:t>Ασφάλει</a:t>
            </a:r>
            <a:r>
              <a:rPr lang="en-US" dirty="0">
                <a:latin typeface="Arial"/>
                <a:ea typeface="+mn-lt"/>
                <a:cs typeface="+mn-lt"/>
              </a:rPr>
              <a:t>ας </a:t>
            </a:r>
            <a:r>
              <a:rPr lang="en-US" dirty="0" err="1">
                <a:latin typeface="Arial"/>
                <a:ea typeface="+mn-lt"/>
                <a:cs typeface="+mn-lt"/>
              </a:rPr>
              <a:t>μετά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την</a:t>
            </a:r>
            <a:r>
              <a:rPr lang="en-US" dirty="0">
                <a:latin typeface="Arial"/>
                <a:ea typeface="+mn-lt"/>
                <a:cs typeface="+mn-lt"/>
              </a:rPr>
              <a:t> πα</a:t>
            </a:r>
            <a:r>
              <a:rPr lang="en-US" dirty="0" err="1">
                <a:latin typeface="Arial"/>
                <a:ea typeface="+mn-lt"/>
                <a:cs typeface="+mn-lt"/>
              </a:rPr>
              <a:t>νδημί</a:t>
            </a:r>
            <a:r>
              <a:rPr lang="en-US" dirty="0">
                <a:latin typeface="Arial"/>
                <a:ea typeface="+mn-lt"/>
                <a:cs typeface="+mn-lt"/>
              </a:rPr>
              <a:t>α COVID-19.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E3417336-FB6A-D639-798D-249FE0FA5F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92" r="15113" b="-6"/>
          <a:stretch>
            <a:fillRect/>
          </a:stretch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0F07948-BA07-2FF7-C9DF-6A8A47638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9575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759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5DC954-FD96-291E-3DEB-E1B9970C4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DA1A9F1-2FE9-6C3C-B051-F7AF3C8C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537B53-E150-E7E1-1393-A3B47369B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8169" y="12195"/>
            <a:ext cx="8322812" cy="68478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Arial"/>
                <a:cs typeface="Arial"/>
              </a:rPr>
              <a:t>Μεθοδολογί</a:t>
            </a:r>
            <a:r>
              <a:rPr lang="en-US" dirty="0">
                <a:latin typeface="Arial"/>
                <a:cs typeface="Arial"/>
              </a:rPr>
              <a:t>α &amp; </a:t>
            </a:r>
            <a:r>
              <a:rPr lang="en-US" dirty="0" err="1">
                <a:latin typeface="Arial"/>
                <a:cs typeface="Arial"/>
              </a:rPr>
              <a:t>Εργ</a:t>
            </a:r>
            <a:r>
              <a:rPr lang="en-US" dirty="0">
                <a:latin typeface="Arial"/>
                <a:cs typeface="Arial"/>
              </a:rPr>
              <a:t>α</a:t>
            </a:r>
            <a:r>
              <a:rPr lang="en-US" dirty="0" err="1">
                <a:latin typeface="Arial"/>
                <a:cs typeface="Arial"/>
              </a:rPr>
              <a:t>λεί</a:t>
            </a:r>
            <a:r>
              <a:rPr lang="en-US" dirty="0">
                <a:latin typeface="Arial"/>
                <a:cs typeface="Arial"/>
              </a:rPr>
              <a:t>α</a:t>
            </a:r>
            <a:endParaRPr lang="en-US" dirty="0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dirty="0">
              <a:solidFill>
                <a:srgbClr val="000000">
                  <a:alpha val="60000"/>
                </a:srgbClr>
              </a:solidFill>
              <a:latin typeface="Aria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Δεδομέν</a:t>
            </a:r>
            <a:r>
              <a:rPr lang="en-US" dirty="0">
                <a:latin typeface="Arial"/>
                <a:ea typeface="+mn-lt"/>
                <a:cs typeface="+mn-lt"/>
              </a:rPr>
              <a:t>α (Dataset): "Airline Passenger Satisfaction" από Kaggle.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Πλήθος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εγγρ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φών</a:t>
            </a:r>
            <a:r>
              <a:rPr lang="en-US" dirty="0">
                <a:latin typeface="Arial"/>
                <a:ea typeface="+mn-lt"/>
                <a:cs typeface="+mn-lt"/>
              </a:rPr>
              <a:t>: &gt;100.000 επιβ</a:t>
            </a:r>
            <a:r>
              <a:rPr lang="en-US" dirty="0" err="1">
                <a:latin typeface="Arial"/>
                <a:ea typeface="+mn-lt"/>
                <a:cs typeface="+mn-lt"/>
              </a:rPr>
              <a:t>άτες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Μετ</a:t>
            </a:r>
            <a:r>
              <a:rPr lang="en-US" dirty="0">
                <a:latin typeface="Arial"/>
                <a:ea typeface="+mn-lt"/>
                <a:cs typeface="+mn-lt"/>
              </a:rPr>
              <a:t>αβ</a:t>
            </a:r>
            <a:r>
              <a:rPr lang="en-US" dirty="0" err="1">
                <a:latin typeface="Arial"/>
                <a:ea typeface="+mn-lt"/>
                <a:cs typeface="+mn-lt"/>
              </a:rPr>
              <a:t>λητές</a:t>
            </a:r>
            <a:r>
              <a:rPr lang="en-US" dirty="0">
                <a:latin typeface="Arial"/>
                <a:ea typeface="+mn-lt"/>
                <a:cs typeface="+mn-lt"/>
              </a:rPr>
              <a:t>: </a:t>
            </a:r>
            <a:r>
              <a:rPr lang="en-US" dirty="0" err="1">
                <a:latin typeface="Arial"/>
                <a:ea typeface="+mn-lt"/>
                <a:cs typeface="+mn-lt"/>
              </a:rPr>
              <a:t>Δημογρ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φικά</a:t>
            </a:r>
            <a:r>
              <a:rPr lang="en-US" dirty="0">
                <a:latin typeface="Arial"/>
                <a:ea typeface="+mn-lt"/>
                <a:cs typeface="+mn-lt"/>
              </a:rPr>
              <a:t>, Χαρα</a:t>
            </a:r>
            <a:r>
              <a:rPr lang="en-US" dirty="0" err="1">
                <a:latin typeface="Arial"/>
                <a:ea typeface="+mn-lt"/>
                <a:cs typeface="+mn-lt"/>
              </a:rPr>
              <a:t>κτηριστικά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Πτήσης</a:t>
            </a:r>
            <a:r>
              <a:rPr lang="en-US" dirty="0">
                <a:latin typeface="Arial"/>
                <a:ea typeface="+mn-lt"/>
                <a:cs typeface="+mn-lt"/>
              </a:rPr>
              <a:t>, </a:t>
            </a:r>
            <a:r>
              <a:rPr lang="en-US" dirty="0" err="1">
                <a:latin typeface="Arial"/>
                <a:ea typeface="+mn-lt"/>
                <a:cs typeface="+mn-lt"/>
              </a:rPr>
              <a:t>Αξιολογήσεις</a:t>
            </a:r>
            <a:r>
              <a:rPr lang="en-US" dirty="0">
                <a:latin typeface="Arial"/>
                <a:ea typeface="+mn-lt"/>
                <a:cs typeface="+mn-lt"/>
              </a:rPr>
              <a:t> Υπ</a:t>
            </a:r>
            <a:r>
              <a:rPr lang="en-US" dirty="0" err="1">
                <a:latin typeface="Arial"/>
                <a:ea typeface="+mn-lt"/>
                <a:cs typeface="+mn-lt"/>
              </a:rPr>
              <a:t>ηρεσιών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Εργ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λεί</a:t>
            </a:r>
            <a:r>
              <a:rPr lang="en-US" dirty="0">
                <a:latin typeface="Arial"/>
                <a:ea typeface="+mn-lt"/>
                <a:cs typeface="+mn-lt"/>
              </a:rPr>
              <a:t>α </a:t>
            </a:r>
            <a:r>
              <a:rPr lang="en-US" dirty="0" err="1">
                <a:latin typeface="Arial"/>
                <a:ea typeface="+mn-lt"/>
                <a:cs typeface="+mn-lt"/>
              </a:rPr>
              <a:t>Ανάλυσης</a:t>
            </a:r>
            <a:r>
              <a:rPr lang="en-US" dirty="0">
                <a:latin typeface="Arial"/>
                <a:ea typeface="+mn-lt"/>
                <a:cs typeface="+mn-lt"/>
              </a:rPr>
              <a:t>: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Power BI: </a:t>
            </a:r>
            <a:r>
              <a:rPr lang="en-US" dirty="0" err="1">
                <a:latin typeface="Arial"/>
                <a:ea typeface="+mn-lt"/>
                <a:cs typeface="+mn-lt"/>
              </a:rPr>
              <a:t>Γι</a:t>
            </a:r>
            <a:r>
              <a:rPr lang="en-US" dirty="0">
                <a:latin typeface="Arial"/>
                <a:ea typeface="+mn-lt"/>
                <a:cs typeface="+mn-lt"/>
              </a:rPr>
              <a:t>α καθα</a:t>
            </a:r>
            <a:r>
              <a:rPr lang="en-US" dirty="0" err="1">
                <a:latin typeface="Arial"/>
                <a:ea typeface="+mn-lt"/>
                <a:cs typeface="+mn-lt"/>
              </a:rPr>
              <a:t>ρισμό</a:t>
            </a:r>
            <a:r>
              <a:rPr lang="en-US" dirty="0">
                <a:latin typeface="Arial"/>
                <a:ea typeface="+mn-lt"/>
                <a:cs typeface="+mn-lt"/>
              </a:rPr>
              <a:t> και </a:t>
            </a:r>
            <a:r>
              <a:rPr lang="en-US" dirty="0" err="1">
                <a:latin typeface="Arial"/>
                <a:ea typeface="+mn-lt"/>
                <a:cs typeface="+mn-lt"/>
              </a:rPr>
              <a:t>Διερευνητική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Ανάλυση</a:t>
            </a:r>
            <a:r>
              <a:rPr lang="en-US" dirty="0">
                <a:latin typeface="Arial"/>
                <a:ea typeface="+mn-lt"/>
                <a:cs typeface="+mn-lt"/>
              </a:rPr>
              <a:t> (EDA).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Weka: </a:t>
            </a:r>
            <a:r>
              <a:rPr lang="en-US" dirty="0" err="1">
                <a:latin typeface="Arial"/>
                <a:ea typeface="+mn-lt"/>
                <a:cs typeface="+mn-lt"/>
              </a:rPr>
              <a:t>Γι</a:t>
            </a:r>
            <a:r>
              <a:rPr lang="en-US" dirty="0">
                <a:latin typeface="Arial"/>
                <a:ea typeface="+mn-lt"/>
                <a:cs typeface="+mn-lt"/>
              </a:rPr>
              <a:t>α </a:t>
            </a:r>
            <a:r>
              <a:rPr lang="en-US" dirty="0" err="1">
                <a:latin typeface="Arial"/>
                <a:ea typeface="+mn-lt"/>
                <a:cs typeface="+mn-lt"/>
              </a:rPr>
              <a:t>Μηχ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νική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Μάθηση</a:t>
            </a:r>
            <a:r>
              <a:rPr lang="en-US" dirty="0">
                <a:latin typeface="Arial"/>
                <a:ea typeface="+mn-lt"/>
                <a:cs typeface="+mn-lt"/>
              </a:rPr>
              <a:t> και </a:t>
            </a:r>
            <a:r>
              <a:rPr lang="en-US" dirty="0" err="1">
                <a:latin typeface="Arial"/>
                <a:ea typeface="+mn-lt"/>
                <a:cs typeface="+mn-lt"/>
              </a:rPr>
              <a:t>Πρό</a:t>
            </a:r>
            <a:r>
              <a:rPr lang="en-US" dirty="0">
                <a:latin typeface="Arial"/>
                <a:ea typeface="+mn-lt"/>
                <a:cs typeface="+mn-lt"/>
              </a:rPr>
              <a:t>β</a:t>
            </a:r>
            <a:r>
              <a:rPr lang="en-US" dirty="0" err="1">
                <a:latin typeface="Arial"/>
                <a:ea typeface="+mn-lt"/>
                <a:cs typeface="+mn-lt"/>
              </a:rPr>
              <a:t>λεψη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Δι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δικ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σί</a:t>
            </a:r>
            <a:r>
              <a:rPr lang="en-US" dirty="0">
                <a:latin typeface="Arial"/>
                <a:ea typeface="+mn-lt"/>
                <a:cs typeface="+mn-lt"/>
              </a:rPr>
              <a:t>α: Καθα</a:t>
            </a:r>
            <a:r>
              <a:rPr lang="en-US" dirty="0" err="1">
                <a:latin typeface="Arial"/>
                <a:ea typeface="+mn-lt"/>
                <a:cs typeface="+mn-lt"/>
              </a:rPr>
              <a:t>ρισμός</a:t>
            </a:r>
            <a:r>
              <a:rPr lang="en-US" dirty="0">
                <a:latin typeface="Arial"/>
                <a:ea typeface="+mn-lt"/>
                <a:cs typeface="+mn-lt"/>
              </a:rPr>
              <a:t> -&gt; Οπ</a:t>
            </a:r>
            <a:r>
              <a:rPr lang="en-US" dirty="0" err="1">
                <a:latin typeface="Arial"/>
                <a:ea typeface="+mn-lt"/>
                <a:cs typeface="+mn-lt"/>
              </a:rPr>
              <a:t>τικο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οίηση</a:t>
            </a:r>
            <a:r>
              <a:rPr lang="en-US" dirty="0">
                <a:latin typeface="Arial"/>
                <a:ea typeface="+mn-lt"/>
                <a:cs typeface="+mn-lt"/>
              </a:rPr>
              <a:t> -&gt; </a:t>
            </a:r>
            <a:r>
              <a:rPr lang="en-US" dirty="0" err="1">
                <a:latin typeface="Arial"/>
                <a:ea typeface="+mn-lt"/>
                <a:cs typeface="+mn-lt"/>
              </a:rPr>
              <a:t>Εκ</a:t>
            </a:r>
            <a:r>
              <a:rPr lang="en-US" dirty="0">
                <a:latin typeface="Arial"/>
                <a:ea typeface="+mn-lt"/>
                <a:cs typeface="+mn-lt"/>
              </a:rPr>
              <a:t>πα</a:t>
            </a:r>
            <a:r>
              <a:rPr lang="en-US" dirty="0" err="1">
                <a:latin typeface="Arial"/>
                <a:ea typeface="+mn-lt"/>
                <a:cs typeface="+mn-lt"/>
              </a:rPr>
              <a:t>ίδευση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Μοντέλων</a:t>
            </a:r>
            <a:r>
              <a:rPr lang="en-US" dirty="0">
                <a:latin typeface="Arial"/>
                <a:ea typeface="+mn-lt"/>
                <a:cs typeface="+mn-lt"/>
              </a:rPr>
              <a:t> -&gt; </a:t>
            </a:r>
            <a:r>
              <a:rPr lang="en-US" dirty="0" err="1">
                <a:latin typeface="Arial"/>
                <a:ea typeface="+mn-lt"/>
                <a:cs typeface="+mn-lt"/>
              </a:rPr>
              <a:t>Αξιολόγηση</a:t>
            </a:r>
            <a:r>
              <a:rPr lang="en-US" dirty="0">
                <a:latin typeface="Arial"/>
                <a:ea typeface="+mn-lt"/>
                <a:cs typeface="+mn-lt"/>
              </a:rPr>
              <a:t> (Cross-validation).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dirty="0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1CF1C110-72A5-5058-41DC-0523F99611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92" r="15113" b="-6"/>
          <a:stretch>
            <a:fillRect/>
          </a:stretch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B526DDC-4AA5-839B-A3C3-0BD176599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9575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755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238BC4-EEFC-E533-FB66-3DD4DE76A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8E747C5-23D6-643E-4209-92A9D47AC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176804-175D-213C-7535-07EBEAC39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5878" y="-96"/>
            <a:ext cx="8335103" cy="68601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Arial"/>
                <a:cs typeface="Arial"/>
              </a:rPr>
              <a:t>Ανάλυση</a:t>
            </a:r>
            <a:r>
              <a:rPr lang="en-US" dirty="0">
                <a:latin typeface="Arial"/>
                <a:cs typeface="Arial"/>
              </a:rPr>
              <a:t> Power BI – </a:t>
            </a:r>
            <a:r>
              <a:rPr lang="en-US" dirty="0" err="1">
                <a:latin typeface="Arial"/>
                <a:cs typeface="Arial"/>
              </a:rPr>
              <a:t>Δημογρ</a:t>
            </a:r>
            <a:r>
              <a:rPr lang="en-US" dirty="0">
                <a:latin typeface="Arial"/>
                <a:cs typeface="Arial"/>
              </a:rPr>
              <a:t>α</a:t>
            </a:r>
            <a:r>
              <a:rPr lang="en-US" dirty="0" err="1">
                <a:latin typeface="Arial"/>
                <a:cs typeface="Arial"/>
              </a:rPr>
              <a:t>φικά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Στοιχεί</a:t>
            </a:r>
            <a:r>
              <a:rPr lang="en-US" dirty="0">
                <a:latin typeface="Arial"/>
                <a:cs typeface="Arial"/>
              </a:rPr>
              <a:t>α</a:t>
            </a:r>
            <a:endParaRPr lang="en-US" dirty="0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i="1" dirty="0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Προφίλ</a:t>
            </a:r>
            <a:r>
              <a:rPr lang="en-US" dirty="0">
                <a:latin typeface="Arial"/>
                <a:ea typeface="+mn-lt"/>
                <a:cs typeface="+mn-lt"/>
              </a:rPr>
              <a:t> Επιβα</a:t>
            </a:r>
            <a:r>
              <a:rPr lang="en-US" dirty="0" err="1">
                <a:latin typeface="Arial"/>
                <a:ea typeface="+mn-lt"/>
                <a:cs typeface="+mn-lt"/>
              </a:rPr>
              <a:t>τών</a:t>
            </a:r>
            <a:r>
              <a:rPr lang="en-US" dirty="0">
                <a:latin typeface="Arial"/>
                <a:ea typeface="+mn-lt"/>
                <a:cs typeface="+mn-lt"/>
              </a:rPr>
              <a:t>: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Ισορρο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ημένο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δείγμ</a:t>
            </a:r>
            <a:r>
              <a:rPr lang="en-US" dirty="0">
                <a:latin typeface="Arial"/>
                <a:ea typeface="+mn-lt"/>
                <a:cs typeface="+mn-lt"/>
              </a:rPr>
              <a:t>α </a:t>
            </a:r>
            <a:r>
              <a:rPr lang="en-US" dirty="0" err="1">
                <a:latin typeface="Arial"/>
                <a:ea typeface="+mn-lt"/>
                <a:cs typeface="+mn-lt"/>
              </a:rPr>
              <a:t>ως</a:t>
            </a:r>
            <a:r>
              <a:rPr lang="en-US" dirty="0">
                <a:latin typeface="Arial"/>
                <a:ea typeface="+mn-lt"/>
                <a:cs typeface="+mn-lt"/>
              </a:rPr>
              <a:t> π</a:t>
            </a:r>
            <a:r>
              <a:rPr lang="en-US" dirty="0" err="1">
                <a:latin typeface="Arial"/>
                <a:ea typeface="+mn-lt"/>
                <a:cs typeface="+mn-lt"/>
              </a:rPr>
              <a:t>ρος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το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φύλο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Κυρί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ρχη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ηλικι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κή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ομάδ</a:t>
            </a:r>
            <a:r>
              <a:rPr lang="en-US" dirty="0">
                <a:latin typeface="Arial"/>
                <a:ea typeface="+mn-lt"/>
                <a:cs typeface="+mn-lt"/>
              </a:rPr>
              <a:t>α: 25–45 </a:t>
            </a:r>
            <a:r>
              <a:rPr lang="en-US" dirty="0" err="1">
                <a:latin typeface="Arial"/>
                <a:ea typeface="+mn-lt"/>
                <a:cs typeface="+mn-lt"/>
              </a:rPr>
              <a:t>ετών</a:t>
            </a:r>
            <a:r>
              <a:rPr lang="en-US" dirty="0">
                <a:latin typeface="Arial"/>
                <a:ea typeface="+mn-lt"/>
                <a:cs typeface="+mn-lt"/>
              </a:rPr>
              <a:t> (Επα</a:t>
            </a:r>
            <a:r>
              <a:rPr lang="en-US" dirty="0" err="1">
                <a:latin typeface="Arial"/>
                <a:ea typeface="+mn-lt"/>
                <a:cs typeface="+mn-lt"/>
              </a:rPr>
              <a:t>γγελμ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τίες</a:t>
            </a:r>
            <a:r>
              <a:rPr lang="en-US" dirty="0">
                <a:latin typeface="Arial"/>
                <a:ea typeface="+mn-lt"/>
                <a:cs typeface="+mn-lt"/>
              </a:rPr>
              <a:t>).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Πλειοψηφί</a:t>
            </a:r>
            <a:r>
              <a:rPr lang="en-US" dirty="0">
                <a:latin typeface="Arial"/>
                <a:ea typeface="+mn-lt"/>
                <a:cs typeface="+mn-lt"/>
              </a:rPr>
              <a:t>α: Loyal Customers.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lvl="1"/>
            <a:endParaRPr lang="en-US" dirty="0">
              <a:solidFill>
                <a:srgbClr val="000000">
                  <a:alpha val="60000"/>
                </a:srgbClr>
              </a:solidFill>
              <a:latin typeface="Aria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Εύρημ</a:t>
            </a:r>
            <a:r>
              <a:rPr lang="en-US" dirty="0">
                <a:latin typeface="Arial"/>
                <a:ea typeface="+mn-lt"/>
                <a:cs typeface="+mn-lt"/>
              </a:rPr>
              <a:t>α </a:t>
            </a:r>
            <a:r>
              <a:rPr lang="en-US" dirty="0" err="1">
                <a:latin typeface="Arial"/>
                <a:ea typeface="+mn-lt"/>
                <a:cs typeface="+mn-lt"/>
              </a:rPr>
              <a:t>Κλειδί</a:t>
            </a:r>
            <a:r>
              <a:rPr lang="en-US" dirty="0">
                <a:latin typeface="Arial"/>
                <a:ea typeface="+mn-lt"/>
                <a:cs typeface="+mn-lt"/>
              </a:rPr>
              <a:t>: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Τεράστι</a:t>
            </a:r>
            <a:r>
              <a:rPr lang="en-US" dirty="0">
                <a:latin typeface="Arial"/>
                <a:ea typeface="+mn-lt"/>
                <a:cs typeface="+mn-lt"/>
              </a:rPr>
              <a:t>α </a:t>
            </a:r>
            <a:r>
              <a:rPr lang="en-US" dirty="0" err="1">
                <a:latin typeface="Arial"/>
                <a:ea typeface="+mn-lt"/>
                <a:cs typeface="+mn-lt"/>
              </a:rPr>
              <a:t>δι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φορά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ικ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νο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οίησης</a:t>
            </a:r>
            <a:r>
              <a:rPr lang="en-US" dirty="0">
                <a:latin typeface="Arial"/>
                <a:ea typeface="+mn-lt"/>
                <a:cs typeface="+mn-lt"/>
              </a:rPr>
              <a:t> α</a:t>
            </a:r>
            <a:r>
              <a:rPr lang="en-US" dirty="0" err="1">
                <a:latin typeface="Arial"/>
                <a:ea typeface="+mn-lt"/>
                <a:cs typeface="+mn-lt"/>
              </a:rPr>
              <a:t>νάμεσ</a:t>
            </a:r>
            <a:r>
              <a:rPr lang="en-US" dirty="0">
                <a:latin typeface="Arial"/>
                <a:ea typeface="+mn-lt"/>
                <a:cs typeface="+mn-lt"/>
              </a:rPr>
              <a:t>α </a:t>
            </a:r>
            <a:r>
              <a:rPr lang="en-US" dirty="0" err="1">
                <a:latin typeface="Arial"/>
                <a:ea typeface="+mn-lt"/>
                <a:cs typeface="+mn-lt"/>
              </a:rPr>
              <a:t>σε</a:t>
            </a:r>
            <a:r>
              <a:rPr lang="en-US" dirty="0">
                <a:latin typeface="Arial"/>
                <a:ea typeface="+mn-lt"/>
                <a:cs typeface="+mn-lt"/>
              </a:rPr>
              <a:t> Business και Economy Class.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Business: &gt;80% </a:t>
            </a:r>
            <a:r>
              <a:rPr lang="en-US" dirty="0" err="1">
                <a:latin typeface="Arial"/>
                <a:ea typeface="+mn-lt"/>
                <a:cs typeface="+mn-lt"/>
              </a:rPr>
              <a:t>Ικ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νο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οίηση</a:t>
            </a:r>
            <a:r>
              <a:rPr lang="en-US" dirty="0">
                <a:latin typeface="Arial"/>
                <a:ea typeface="+mn-lt"/>
                <a:cs typeface="+mn-lt"/>
              </a:rPr>
              <a:t> | Economy: &lt;65% </a:t>
            </a:r>
            <a:r>
              <a:rPr lang="en-US" dirty="0" err="1">
                <a:latin typeface="Arial"/>
                <a:ea typeface="+mn-lt"/>
                <a:cs typeface="+mn-lt"/>
              </a:rPr>
              <a:t>Ικ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νο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οίηση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dirty="0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A58A3716-4516-F123-61CC-F1ED408A54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92" r="15113" b="-6"/>
          <a:stretch>
            <a:fillRect/>
          </a:stretch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0DA026E-A053-E6DB-E0F6-58CD8C917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9575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C9C57EA-61C2-1F4A-5DDF-F0A105B48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43" y="474805"/>
            <a:ext cx="4518845" cy="247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208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3A852C-7575-EB1F-49C2-EA68377FD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B31EC6C-12B4-C96B-7F5B-73ED1A831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A3B485-62A0-E671-F100-B632E4A72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5878" y="12195"/>
            <a:ext cx="8335103" cy="68601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Arial"/>
                <a:cs typeface="Arial"/>
              </a:rPr>
              <a:t>Ανάλυση</a:t>
            </a:r>
            <a:r>
              <a:rPr lang="en-US" dirty="0">
                <a:latin typeface="Arial"/>
                <a:cs typeface="Arial"/>
              </a:rPr>
              <a:t> Power BI – Πα</a:t>
            </a:r>
            <a:r>
              <a:rPr lang="en-US" dirty="0" err="1">
                <a:latin typeface="Arial"/>
                <a:cs typeface="Arial"/>
              </a:rPr>
              <a:t>ράγοντες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Ποιότητ</a:t>
            </a:r>
            <a:r>
              <a:rPr lang="en-US" dirty="0">
                <a:latin typeface="Arial"/>
                <a:cs typeface="Arial"/>
              </a:rPr>
              <a:t>ας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i="1" dirty="0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Κυριότεροι</a:t>
            </a:r>
            <a:r>
              <a:rPr lang="en-US" dirty="0">
                <a:latin typeface="Arial"/>
                <a:ea typeface="+mn-lt"/>
                <a:cs typeface="+mn-lt"/>
              </a:rPr>
              <a:t> Πα</a:t>
            </a:r>
            <a:r>
              <a:rPr lang="en-US" dirty="0" err="1">
                <a:latin typeface="Arial"/>
                <a:ea typeface="+mn-lt"/>
                <a:cs typeface="+mn-lt"/>
              </a:rPr>
              <a:t>ράγοντες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Ικ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νο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οίησης</a:t>
            </a:r>
            <a:r>
              <a:rPr lang="en-US" dirty="0">
                <a:latin typeface="Arial"/>
                <a:ea typeface="+mn-lt"/>
                <a:cs typeface="+mn-lt"/>
              </a:rPr>
              <a:t>: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Άνεση</a:t>
            </a:r>
            <a:r>
              <a:rPr lang="en-US" dirty="0">
                <a:latin typeface="Arial"/>
                <a:ea typeface="+mn-lt"/>
                <a:cs typeface="+mn-lt"/>
              </a:rPr>
              <a:t> Κα</a:t>
            </a:r>
            <a:r>
              <a:rPr lang="en-US" dirty="0" err="1">
                <a:latin typeface="Arial"/>
                <a:ea typeface="+mn-lt"/>
                <a:cs typeface="+mn-lt"/>
              </a:rPr>
              <a:t>θισμάτων</a:t>
            </a:r>
            <a:r>
              <a:rPr lang="en-US" dirty="0">
                <a:latin typeface="Arial"/>
                <a:ea typeface="+mn-lt"/>
                <a:cs typeface="+mn-lt"/>
              </a:rPr>
              <a:t> (Seat Comfort): </a:t>
            </a:r>
            <a:r>
              <a:rPr lang="en-US" dirty="0" err="1">
                <a:latin typeface="Arial"/>
                <a:ea typeface="+mn-lt"/>
                <a:cs typeface="+mn-lt"/>
              </a:rPr>
              <a:t>Μεγ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λύτερη</a:t>
            </a:r>
            <a:r>
              <a:rPr lang="en-US" dirty="0">
                <a:latin typeface="Arial"/>
                <a:ea typeface="+mn-lt"/>
                <a:cs typeface="+mn-lt"/>
              </a:rPr>
              <a:t> απ</a:t>
            </a:r>
            <a:r>
              <a:rPr lang="en-US" dirty="0" err="1">
                <a:latin typeface="Arial"/>
                <a:ea typeface="+mn-lt"/>
                <a:cs typeface="+mn-lt"/>
              </a:rPr>
              <a:t>όκλιση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μετ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ξύ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ικ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νο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οιημένων</a:t>
            </a:r>
            <a:r>
              <a:rPr lang="en-US" dirty="0">
                <a:latin typeface="Arial"/>
                <a:ea typeface="+mn-lt"/>
                <a:cs typeface="+mn-lt"/>
              </a:rPr>
              <a:t> και </a:t>
            </a:r>
            <a:r>
              <a:rPr lang="en-US" dirty="0" err="1">
                <a:latin typeface="Arial"/>
                <a:ea typeface="+mn-lt"/>
                <a:cs typeface="+mn-lt"/>
              </a:rPr>
              <a:t>μη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Εξυ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ηρέτηση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Προσω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ικού</a:t>
            </a:r>
            <a:r>
              <a:rPr lang="en-US" dirty="0">
                <a:latin typeface="Arial"/>
                <a:ea typeface="+mn-lt"/>
                <a:cs typeface="+mn-lt"/>
              </a:rPr>
              <a:t> (Inflight Service): </a:t>
            </a:r>
            <a:r>
              <a:rPr lang="en-US" dirty="0" err="1">
                <a:latin typeface="Arial"/>
                <a:ea typeface="+mn-lt"/>
                <a:cs typeface="+mn-lt"/>
              </a:rPr>
              <a:t>Κρίσιμος</a:t>
            </a:r>
            <a:r>
              <a:rPr lang="en-US" dirty="0">
                <a:latin typeface="Arial"/>
                <a:ea typeface="+mn-lt"/>
                <a:cs typeface="+mn-lt"/>
              </a:rPr>
              <a:t> πα</a:t>
            </a:r>
            <a:r>
              <a:rPr lang="en-US" dirty="0" err="1">
                <a:latin typeface="Arial"/>
                <a:ea typeface="+mn-lt"/>
                <a:cs typeface="+mn-lt"/>
              </a:rPr>
              <a:t>ράγοντ</a:t>
            </a:r>
            <a:r>
              <a:rPr lang="en-US" dirty="0">
                <a:latin typeface="Arial"/>
                <a:ea typeface="+mn-lt"/>
                <a:cs typeface="+mn-lt"/>
              </a:rPr>
              <a:t>ας </a:t>
            </a:r>
            <a:r>
              <a:rPr lang="en-US" dirty="0" err="1">
                <a:latin typeface="Arial"/>
                <a:ea typeface="+mn-lt"/>
                <a:cs typeface="+mn-lt"/>
              </a:rPr>
              <a:t>εμ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ειρί</a:t>
            </a:r>
            <a:r>
              <a:rPr lang="en-US" dirty="0">
                <a:latin typeface="Arial"/>
                <a:ea typeface="+mn-lt"/>
                <a:cs typeface="+mn-lt"/>
              </a:rPr>
              <a:t>ας.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Καθα</a:t>
            </a:r>
            <a:r>
              <a:rPr lang="en-US" dirty="0" err="1">
                <a:latin typeface="Arial"/>
                <a:ea typeface="+mn-lt"/>
                <a:cs typeface="+mn-lt"/>
              </a:rPr>
              <a:t>ριότητ</a:t>
            </a:r>
            <a:r>
              <a:rPr lang="en-US" dirty="0">
                <a:latin typeface="Arial"/>
                <a:ea typeface="+mn-lt"/>
                <a:cs typeface="+mn-lt"/>
              </a:rPr>
              <a:t>α (Cleanliness): </a:t>
            </a:r>
            <a:r>
              <a:rPr lang="en-US" dirty="0" err="1">
                <a:latin typeface="Arial"/>
                <a:ea typeface="+mn-lt"/>
                <a:cs typeface="+mn-lt"/>
              </a:rPr>
              <a:t>Αυξημένη</a:t>
            </a:r>
            <a:r>
              <a:rPr lang="en-US" dirty="0">
                <a:latin typeface="Arial"/>
                <a:ea typeface="+mn-lt"/>
                <a:cs typeface="+mn-lt"/>
              </a:rPr>
              <a:t> βα</a:t>
            </a:r>
            <a:r>
              <a:rPr lang="en-US" dirty="0" err="1">
                <a:latin typeface="Arial"/>
                <a:ea typeface="+mn-lt"/>
                <a:cs typeface="+mn-lt"/>
              </a:rPr>
              <a:t>ρύτητ</a:t>
            </a:r>
            <a:r>
              <a:rPr lang="en-US" dirty="0">
                <a:latin typeface="Arial"/>
                <a:ea typeface="+mn-lt"/>
                <a:cs typeface="+mn-lt"/>
              </a:rPr>
              <a:t>α </a:t>
            </a:r>
            <a:r>
              <a:rPr lang="en-US" dirty="0" err="1">
                <a:latin typeface="Arial"/>
                <a:ea typeface="+mn-lt"/>
                <a:cs typeface="+mn-lt"/>
              </a:rPr>
              <a:t>στη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μετά</a:t>
            </a:r>
            <a:r>
              <a:rPr lang="en-US" dirty="0">
                <a:latin typeface="Arial"/>
                <a:ea typeface="+mn-lt"/>
                <a:cs typeface="+mn-lt"/>
              </a:rPr>
              <a:t>-Covid επ</a:t>
            </a:r>
            <a:r>
              <a:rPr lang="en-US" dirty="0" err="1">
                <a:latin typeface="Arial"/>
                <a:ea typeface="+mn-lt"/>
                <a:cs typeface="+mn-lt"/>
              </a:rPr>
              <a:t>οχή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Παρα</a:t>
            </a:r>
            <a:r>
              <a:rPr lang="en-US" dirty="0" err="1">
                <a:latin typeface="Arial"/>
                <a:ea typeface="+mn-lt"/>
                <a:cs typeface="+mn-lt"/>
              </a:rPr>
              <a:t>τήρηση</a:t>
            </a:r>
            <a:r>
              <a:rPr lang="en-US" dirty="0">
                <a:latin typeface="Arial"/>
                <a:ea typeface="+mn-lt"/>
                <a:cs typeface="+mn-lt"/>
              </a:rPr>
              <a:t>: </a:t>
            </a:r>
            <a:r>
              <a:rPr lang="en-US" dirty="0" err="1">
                <a:latin typeface="Arial"/>
                <a:ea typeface="+mn-lt"/>
                <a:cs typeface="+mn-lt"/>
              </a:rPr>
              <a:t>Το</a:t>
            </a:r>
            <a:r>
              <a:rPr lang="en-US" dirty="0">
                <a:latin typeface="Arial"/>
                <a:ea typeface="+mn-lt"/>
                <a:cs typeface="+mn-lt"/>
              </a:rPr>
              <a:t> φα</a:t>
            </a:r>
            <a:r>
              <a:rPr lang="en-US" dirty="0" err="1">
                <a:latin typeface="Arial"/>
                <a:ea typeface="+mn-lt"/>
                <a:cs typeface="+mn-lt"/>
              </a:rPr>
              <a:t>γητό</a:t>
            </a:r>
            <a:r>
              <a:rPr lang="en-US" dirty="0">
                <a:latin typeface="Arial"/>
                <a:ea typeface="+mn-lt"/>
                <a:cs typeface="+mn-lt"/>
              </a:rPr>
              <a:t>/π</a:t>
            </a:r>
            <a:r>
              <a:rPr lang="en-US" dirty="0" err="1">
                <a:latin typeface="Arial"/>
                <a:ea typeface="+mn-lt"/>
                <a:cs typeface="+mn-lt"/>
              </a:rPr>
              <a:t>οτό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έχει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μικρότερη</a:t>
            </a:r>
            <a:r>
              <a:rPr lang="en-US" dirty="0">
                <a:latin typeface="Arial"/>
                <a:ea typeface="+mn-lt"/>
                <a:cs typeface="+mn-lt"/>
              </a:rPr>
              <a:t> επ</a:t>
            </a:r>
            <a:r>
              <a:rPr lang="en-US" dirty="0" err="1">
                <a:latin typeface="Arial"/>
                <a:ea typeface="+mn-lt"/>
                <a:cs typeface="+mn-lt"/>
              </a:rPr>
              <a:t>ίδρ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ση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στη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συνολική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ικ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νο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οίηση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dirty="0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B13612C4-ECC8-F084-C33A-7781C6230D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92" r="15113" b="-6"/>
          <a:stretch>
            <a:fillRect/>
          </a:stretch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364509-D513-60AE-8D39-01BAF3DC6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9575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3B5DE51B-96D1-EDB3-7316-5AE9F41D1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" y="563751"/>
            <a:ext cx="4493218" cy="285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99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4B9E46-4C26-034C-0DAD-313692461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D68457C-E124-D288-6267-71D890FEE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EFA2A4-8620-A05D-9AEB-76304F4A2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8169" y="-96"/>
            <a:ext cx="8322812" cy="65405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Ανάλυση</a:t>
            </a:r>
            <a:r>
              <a:rPr lang="en-US" dirty="0"/>
              <a:t> Power BI – </a:t>
            </a:r>
            <a:r>
              <a:rPr lang="en-US" dirty="0" err="1"/>
              <a:t>Λειτουργικοί</a:t>
            </a:r>
            <a:r>
              <a:rPr lang="en-US" dirty="0"/>
              <a:t> Πα</a:t>
            </a:r>
            <a:r>
              <a:rPr lang="en-US" dirty="0" err="1"/>
              <a:t>ράγοντες</a:t>
            </a:r>
            <a:endParaRPr lang="en-US">
              <a:solidFill>
                <a:srgbClr val="000000">
                  <a:alpha val="60000"/>
                </a:srgbClr>
              </a:solidFill>
            </a:endParaRPr>
          </a:p>
          <a:p>
            <a:endParaRPr lang="en-US" i="1" dirty="0">
              <a:solidFill>
                <a:srgbClr val="000000">
                  <a:alpha val="60000"/>
                </a:srgbClr>
              </a:solidFill>
            </a:endParaRPr>
          </a:p>
          <a:p>
            <a:endParaRPr lang="en-US" i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Επ</a:t>
            </a:r>
            <a:r>
              <a:rPr lang="en-US" dirty="0" err="1">
                <a:ea typeface="+mn-lt"/>
                <a:cs typeface="+mn-lt"/>
              </a:rPr>
              <a:t>ίδρ</a:t>
            </a:r>
            <a:r>
              <a:rPr lang="en-US" dirty="0">
                <a:ea typeface="+mn-lt"/>
                <a:cs typeface="+mn-lt"/>
              </a:rPr>
              <a:t>α</a:t>
            </a:r>
            <a:r>
              <a:rPr lang="en-US" dirty="0" err="1">
                <a:ea typeface="+mn-lt"/>
                <a:cs typeface="+mn-lt"/>
              </a:rPr>
              <a:t>ση</a:t>
            </a:r>
            <a:r>
              <a:rPr lang="en-US" dirty="0">
                <a:ea typeface="+mn-lt"/>
                <a:cs typeface="+mn-lt"/>
              </a:rPr>
              <a:t> Κα</a:t>
            </a:r>
            <a:r>
              <a:rPr lang="en-US" dirty="0" err="1">
                <a:ea typeface="+mn-lt"/>
                <a:cs typeface="+mn-lt"/>
              </a:rPr>
              <a:t>θυστερήσεων</a:t>
            </a:r>
            <a:r>
              <a:rPr lang="en-US" dirty="0">
                <a:ea typeface="+mn-lt"/>
                <a:cs typeface="+mn-lt"/>
              </a:rPr>
              <a:t> (Delays):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Ισχυρή</a:t>
            </a:r>
            <a:r>
              <a:rPr lang="en-US" dirty="0">
                <a:ea typeface="+mn-lt"/>
                <a:cs typeface="+mn-lt"/>
              </a:rPr>
              <a:t> α</a:t>
            </a:r>
            <a:r>
              <a:rPr lang="en-US" dirty="0" err="1">
                <a:ea typeface="+mn-lt"/>
                <a:cs typeface="+mn-lt"/>
              </a:rPr>
              <a:t>ρνητική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συσχέτιση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με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την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ικ</a:t>
            </a:r>
            <a:r>
              <a:rPr lang="en-US" dirty="0">
                <a:ea typeface="+mn-lt"/>
                <a:cs typeface="+mn-lt"/>
              </a:rPr>
              <a:t>α</a:t>
            </a:r>
            <a:r>
              <a:rPr lang="en-US" dirty="0" err="1">
                <a:ea typeface="+mn-lt"/>
                <a:cs typeface="+mn-lt"/>
              </a:rPr>
              <a:t>νο</a:t>
            </a:r>
            <a:r>
              <a:rPr lang="en-US" dirty="0">
                <a:ea typeface="+mn-lt"/>
                <a:cs typeface="+mn-lt"/>
              </a:rPr>
              <a:t>π</a:t>
            </a:r>
            <a:r>
              <a:rPr lang="en-US" dirty="0" err="1">
                <a:ea typeface="+mn-lt"/>
                <a:cs typeface="+mn-lt"/>
              </a:rPr>
              <a:t>οίηση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Μέση</a:t>
            </a:r>
            <a:r>
              <a:rPr lang="en-US" dirty="0">
                <a:ea typeface="+mn-lt"/>
                <a:cs typeface="+mn-lt"/>
              </a:rPr>
              <a:t> κα</a:t>
            </a:r>
            <a:r>
              <a:rPr lang="en-US" dirty="0" err="1">
                <a:ea typeface="+mn-lt"/>
                <a:cs typeface="+mn-lt"/>
              </a:rPr>
              <a:t>θυστέρηση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στους</a:t>
            </a:r>
            <a:r>
              <a:rPr lang="en-US" dirty="0">
                <a:ea typeface="+mn-lt"/>
                <a:cs typeface="+mn-lt"/>
              </a:rPr>
              <a:t> "</a:t>
            </a:r>
            <a:r>
              <a:rPr lang="en-US" dirty="0" err="1">
                <a:ea typeface="+mn-lt"/>
                <a:cs typeface="+mn-lt"/>
              </a:rPr>
              <a:t>Μη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Ικ</a:t>
            </a:r>
            <a:r>
              <a:rPr lang="en-US" dirty="0">
                <a:ea typeface="+mn-lt"/>
                <a:cs typeface="+mn-lt"/>
              </a:rPr>
              <a:t>α</a:t>
            </a:r>
            <a:r>
              <a:rPr lang="en-US" dirty="0" err="1">
                <a:ea typeface="+mn-lt"/>
                <a:cs typeface="+mn-lt"/>
              </a:rPr>
              <a:t>νο</a:t>
            </a:r>
            <a:r>
              <a:rPr lang="en-US" dirty="0">
                <a:ea typeface="+mn-lt"/>
                <a:cs typeface="+mn-lt"/>
              </a:rPr>
              <a:t>π</a:t>
            </a:r>
            <a:r>
              <a:rPr lang="en-US" dirty="0" err="1">
                <a:ea typeface="+mn-lt"/>
                <a:cs typeface="+mn-lt"/>
              </a:rPr>
              <a:t>οιημένους</a:t>
            </a:r>
            <a:r>
              <a:rPr lang="en-US" dirty="0">
                <a:ea typeface="+mn-lt"/>
                <a:cs typeface="+mn-lt"/>
              </a:rPr>
              <a:t>": +15 </a:t>
            </a:r>
            <a:r>
              <a:rPr lang="en-US" dirty="0" err="1">
                <a:ea typeface="+mn-lt"/>
                <a:cs typeface="+mn-lt"/>
              </a:rPr>
              <a:t>λε</a:t>
            </a:r>
            <a:r>
              <a:rPr lang="en-US" dirty="0">
                <a:ea typeface="+mn-lt"/>
                <a:cs typeface="+mn-lt"/>
              </a:rPr>
              <a:t>π</a:t>
            </a:r>
            <a:r>
              <a:rPr lang="en-US" dirty="0" err="1">
                <a:ea typeface="+mn-lt"/>
                <a:cs typeface="+mn-lt"/>
              </a:rPr>
              <a:t>τά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σε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σχέση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με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τους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ικ</a:t>
            </a:r>
            <a:r>
              <a:rPr lang="en-US" dirty="0">
                <a:ea typeface="+mn-lt"/>
                <a:cs typeface="+mn-lt"/>
              </a:rPr>
              <a:t>α</a:t>
            </a:r>
            <a:r>
              <a:rPr lang="en-US" dirty="0" err="1">
                <a:ea typeface="+mn-lt"/>
                <a:cs typeface="+mn-lt"/>
              </a:rPr>
              <a:t>νο</a:t>
            </a:r>
            <a:r>
              <a:rPr lang="en-US" dirty="0">
                <a:ea typeface="+mn-lt"/>
                <a:cs typeface="+mn-lt"/>
              </a:rPr>
              <a:t>π</a:t>
            </a:r>
            <a:r>
              <a:rPr lang="en-US" dirty="0" err="1">
                <a:ea typeface="+mn-lt"/>
                <a:cs typeface="+mn-lt"/>
              </a:rPr>
              <a:t>οιημένους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Απ</a:t>
            </a:r>
            <a:r>
              <a:rPr lang="en-US" dirty="0" err="1">
                <a:ea typeface="+mn-lt"/>
                <a:cs typeface="+mn-lt"/>
              </a:rPr>
              <a:t>όστ</a:t>
            </a:r>
            <a:r>
              <a:rPr lang="en-US" dirty="0">
                <a:ea typeface="+mn-lt"/>
                <a:cs typeface="+mn-lt"/>
              </a:rPr>
              <a:t>α</a:t>
            </a:r>
            <a:r>
              <a:rPr lang="en-US" dirty="0" err="1">
                <a:ea typeface="+mn-lt"/>
                <a:cs typeface="+mn-lt"/>
              </a:rPr>
              <a:t>ση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Πτήσης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Μικρή</a:t>
            </a:r>
            <a:r>
              <a:rPr lang="en-US" dirty="0">
                <a:ea typeface="+mn-lt"/>
                <a:cs typeface="+mn-lt"/>
              </a:rPr>
              <a:t> α</a:t>
            </a:r>
            <a:r>
              <a:rPr lang="en-US" dirty="0" err="1">
                <a:ea typeface="+mn-lt"/>
                <a:cs typeface="+mn-lt"/>
              </a:rPr>
              <a:t>ύξηση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ικ</a:t>
            </a:r>
            <a:r>
              <a:rPr lang="en-US" dirty="0">
                <a:ea typeface="+mn-lt"/>
                <a:cs typeface="+mn-lt"/>
              </a:rPr>
              <a:t>α</a:t>
            </a:r>
            <a:r>
              <a:rPr lang="en-US" dirty="0" err="1">
                <a:ea typeface="+mn-lt"/>
                <a:cs typeface="+mn-lt"/>
              </a:rPr>
              <a:t>νο</a:t>
            </a:r>
            <a:r>
              <a:rPr lang="en-US" dirty="0">
                <a:ea typeface="+mn-lt"/>
                <a:cs typeface="+mn-lt"/>
              </a:rPr>
              <a:t>π</a:t>
            </a:r>
            <a:r>
              <a:rPr lang="en-US" dirty="0" err="1">
                <a:ea typeface="+mn-lt"/>
                <a:cs typeface="+mn-lt"/>
              </a:rPr>
              <a:t>οίησης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σε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μεσ</a:t>
            </a:r>
            <a:r>
              <a:rPr lang="en-US" dirty="0">
                <a:ea typeface="+mn-lt"/>
                <a:cs typeface="+mn-lt"/>
              </a:rPr>
              <a:t>α</a:t>
            </a:r>
            <a:r>
              <a:rPr lang="en-US" dirty="0" err="1">
                <a:ea typeface="+mn-lt"/>
                <a:cs typeface="+mn-lt"/>
              </a:rPr>
              <a:t>ίες</a:t>
            </a:r>
            <a:r>
              <a:rPr lang="en-US" dirty="0">
                <a:ea typeface="+mn-lt"/>
                <a:cs typeface="+mn-lt"/>
              </a:rPr>
              <a:t> απ</a:t>
            </a:r>
            <a:r>
              <a:rPr lang="en-US" dirty="0" err="1">
                <a:ea typeface="+mn-lt"/>
                <a:cs typeface="+mn-lt"/>
              </a:rPr>
              <a:t>οστάσεις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μείωση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σε</a:t>
            </a:r>
            <a:r>
              <a:rPr lang="en-US" dirty="0">
                <a:ea typeface="+mn-lt"/>
                <a:cs typeface="+mn-lt"/>
              </a:rPr>
              <a:t> π</a:t>
            </a:r>
            <a:r>
              <a:rPr lang="en-US" dirty="0" err="1">
                <a:ea typeface="+mn-lt"/>
                <a:cs typeface="+mn-lt"/>
              </a:rPr>
              <a:t>ολύ</a:t>
            </a:r>
            <a:r>
              <a:rPr lang="en-US" dirty="0">
                <a:ea typeface="+mn-lt"/>
                <a:cs typeface="+mn-lt"/>
              </a:rPr>
              <a:t> μα</a:t>
            </a:r>
            <a:r>
              <a:rPr lang="en-US" dirty="0" err="1">
                <a:ea typeface="+mn-lt"/>
                <a:cs typeface="+mn-lt"/>
              </a:rPr>
              <a:t>κρινές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λόγω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κό</a:t>
            </a:r>
            <a:r>
              <a:rPr lang="en-US" dirty="0">
                <a:ea typeface="+mn-lt"/>
                <a:cs typeface="+mn-lt"/>
              </a:rPr>
              <a:t>π</a:t>
            </a:r>
            <a:r>
              <a:rPr lang="en-US" dirty="0" err="1">
                <a:ea typeface="+mn-lt"/>
                <a:cs typeface="+mn-lt"/>
              </a:rPr>
              <a:t>ωσης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BAA256B5-140E-0653-A8D6-9656E2CC25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92" r="15113" b="-6"/>
          <a:stretch>
            <a:fillRect/>
          </a:stretch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58033D3-24BE-5621-B2DD-0659E33B5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9575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5B6B2F7-EABA-E5FB-9208-C7164D51B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" y="603627"/>
            <a:ext cx="4711808" cy="265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861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03381C-590F-5397-9DEB-28DEE196F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6F2C68A-69DD-A00B-54CE-4AC4925E5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E6CD1B-9B92-0583-E288-D382A9449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5878" y="-96"/>
            <a:ext cx="8335103" cy="68601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Arial"/>
                <a:cs typeface="Arial"/>
              </a:rPr>
              <a:t>Προ</a:t>
            </a:r>
            <a:r>
              <a:rPr lang="en-US" dirty="0">
                <a:latin typeface="Arial"/>
                <a:cs typeface="Arial"/>
              </a:rPr>
              <a:t>β</a:t>
            </a:r>
            <a:r>
              <a:rPr lang="en-US" dirty="0" err="1">
                <a:latin typeface="Arial"/>
                <a:cs typeface="Arial"/>
              </a:rPr>
              <a:t>λε</a:t>
            </a:r>
            <a:r>
              <a:rPr lang="en-US" dirty="0">
                <a:latin typeface="Arial"/>
                <a:cs typeface="Arial"/>
              </a:rPr>
              <a:t>π</a:t>
            </a:r>
            <a:r>
              <a:rPr lang="en-US" dirty="0" err="1">
                <a:latin typeface="Arial"/>
                <a:cs typeface="Arial"/>
              </a:rPr>
              <a:t>τικά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Μοντέλ</a:t>
            </a:r>
            <a:r>
              <a:rPr lang="en-US" dirty="0">
                <a:latin typeface="Arial"/>
                <a:cs typeface="Arial"/>
              </a:rPr>
              <a:t>α (Weka)</a:t>
            </a:r>
            <a:endParaRPr lang="en-US" dirty="0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dirty="0">
              <a:solidFill>
                <a:srgbClr val="000000">
                  <a:alpha val="60000"/>
                </a:srgbClr>
              </a:solidFill>
              <a:latin typeface="Aria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Στόχος</a:t>
            </a:r>
            <a:r>
              <a:rPr lang="en-US" dirty="0">
                <a:latin typeface="Arial"/>
                <a:ea typeface="+mn-lt"/>
                <a:cs typeface="+mn-lt"/>
              </a:rPr>
              <a:t>: </a:t>
            </a:r>
            <a:r>
              <a:rPr lang="en-US" dirty="0" err="1">
                <a:latin typeface="Arial"/>
                <a:ea typeface="+mn-lt"/>
                <a:cs typeface="+mn-lt"/>
              </a:rPr>
              <a:t>Πρό</a:t>
            </a:r>
            <a:r>
              <a:rPr lang="en-US" dirty="0">
                <a:latin typeface="Arial"/>
                <a:ea typeface="+mn-lt"/>
                <a:cs typeface="+mn-lt"/>
              </a:rPr>
              <a:t>β</a:t>
            </a:r>
            <a:r>
              <a:rPr lang="en-US" dirty="0" err="1">
                <a:latin typeface="Arial"/>
                <a:ea typeface="+mn-lt"/>
                <a:cs typeface="+mn-lt"/>
              </a:rPr>
              <a:t>λεψη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της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μετ</a:t>
            </a:r>
            <a:r>
              <a:rPr lang="en-US" dirty="0">
                <a:latin typeface="Arial"/>
                <a:ea typeface="+mn-lt"/>
                <a:cs typeface="+mn-lt"/>
              </a:rPr>
              <a:t>αβ</a:t>
            </a:r>
            <a:r>
              <a:rPr lang="en-US" dirty="0" err="1">
                <a:latin typeface="Arial"/>
                <a:ea typeface="+mn-lt"/>
                <a:cs typeface="+mn-lt"/>
              </a:rPr>
              <a:t>λητής</a:t>
            </a:r>
            <a:r>
              <a:rPr lang="en-US" dirty="0">
                <a:latin typeface="Arial"/>
                <a:ea typeface="+mn-lt"/>
                <a:cs typeface="+mn-lt"/>
              </a:rPr>
              <a:t> "Satisfaction" (Satisfied vs Neutral/Dissatisfied).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Αλγόριθμοι</a:t>
            </a:r>
            <a:r>
              <a:rPr lang="en-US" dirty="0">
                <a:latin typeface="Arial"/>
                <a:ea typeface="+mn-lt"/>
                <a:cs typeface="+mn-lt"/>
              </a:rPr>
              <a:t> π</a:t>
            </a:r>
            <a:r>
              <a:rPr lang="en-US" dirty="0" err="1">
                <a:latin typeface="Arial"/>
                <a:ea typeface="+mn-lt"/>
                <a:cs typeface="+mn-lt"/>
              </a:rPr>
              <a:t>ου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δοκιμάστηκ</a:t>
            </a:r>
            <a:r>
              <a:rPr lang="en-US" dirty="0">
                <a:latin typeface="Arial"/>
                <a:ea typeface="+mn-lt"/>
                <a:cs typeface="+mn-lt"/>
              </a:rPr>
              <a:t>αν: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J48 (Decision Tree): </a:t>
            </a:r>
            <a:r>
              <a:rPr lang="en-US" dirty="0" err="1">
                <a:latin typeface="Arial"/>
                <a:ea typeface="+mn-lt"/>
                <a:cs typeface="+mn-lt"/>
              </a:rPr>
              <a:t>Γι</a:t>
            </a:r>
            <a:r>
              <a:rPr lang="en-US" dirty="0">
                <a:latin typeface="Arial"/>
                <a:ea typeface="+mn-lt"/>
                <a:cs typeface="+mn-lt"/>
              </a:rPr>
              <a:t>α </a:t>
            </a:r>
            <a:r>
              <a:rPr lang="en-US" dirty="0" err="1">
                <a:latin typeface="Arial"/>
                <a:ea typeface="+mn-lt"/>
                <a:cs typeface="+mn-lt"/>
              </a:rPr>
              <a:t>ερμηνευσιμότητ</a:t>
            </a:r>
            <a:r>
              <a:rPr lang="en-US" dirty="0">
                <a:latin typeface="Arial"/>
                <a:ea typeface="+mn-lt"/>
                <a:cs typeface="+mn-lt"/>
              </a:rPr>
              <a:t>α και οπ</a:t>
            </a:r>
            <a:r>
              <a:rPr lang="en-US" dirty="0" err="1">
                <a:latin typeface="Arial"/>
                <a:ea typeface="+mn-lt"/>
                <a:cs typeface="+mn-lt"/>
              </a:rPr>
              <a:t>τικο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οίηση</a:t>
            </a:r>
            <a:r>
              <a:rPr lang="en-US" dirty="0">
                <a:latin typeface="Arial"/>
                <a:ea typeface="+mn-lt"/>
                <a:cs typeface="+mn-lt"/>
              </a:rPr>
              <a:t> κα</a:t>
            </a:r>
            <a:r>
              <a:rPr lang="en-US" dirty="0" err="1">
                <a:latin typeface="Arial"/>
                <a:ea typeface="+mn-lt"/>
                <a:cs typeface="+mn-lt"/>
              </a:rPr>
              <a:t>νόνων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Random Forest: </a:t>
            </a:r>
            <a:r>
              <a:rPr lang="en-US" dirty="0" err="1">
                <a:latin typeface="Arial"/>
                <a:ea typeface="+mn-lt"/>
                <a:cs typeface="+mn-lt"/>
              </a:rPr>
              <a:t>Γι</a:t>
            </a:r>
            <a:r>
              <a:rPr lang="en-US" dirty="0">
                <a:latin typeface="Arial"/>
                <a:ea typeface="+mn-lt"/>
                <a:cs typeface="+mn-lt"/>
              </a:rPr>
              <a:t>α </a:t>
            </a:r>
            <a:r>
              <a:rPr lang="en-US" dirty="0" err="1">
                <a:latin typeface="Arial"/>
                <a:ea typeface="+mn-lt"/>
                <a:cs typeface="+mn-lt"/>
              </a:rPr>
              <a:t>μέγιστη</a:t>
            </a:r>
            <a:r>
              <a:rPr lang="en-US" dirty="0">
                <a:latin typeface="Arial"/>
                <a:ea typeface="+mn-lt"/>
                <a:cs typeface="+mn-lt"/>
              </a:rPr>
              <a:t> α</a:t>
            </a:r>
            <a:r>
              <a:rPr lang="en-US" dirty="0" err="1">
                <a:latin typeface="Arial"/>
                <a:ea typeface="+mn-lt"/>
                <a:cs typeface="+mn-lt"/>
              </a:rPr>
              <a:t>κρί</a:t>
            </a:r>
            <a:r>
              <a:rPr lang="en-US" dirty="0">
                <a:latin typeface="Arial"/>
                <a:ea typeface="+mn-lt"/>
                <a:cs typeface="+mn-lt"/>
              </a:rPr>
              <a:t>β</a:t>
            </a:r>
            <a:r>
              <a:rPr lang="en-US" dirty="0" err="1">
                <a:latin typeface="Arial"/>
                <a:ea typeface="+mn-lt"/>
                <a:cs typeface="+mn-lt"/>
              </a:rPr>
              <a:t>ει</a:t>
            </a:r>
            <a:r>
              <a:rPr lang="en-US" dirty="0">
                <a:latin typeface="Arial"/>
                <a:ea typeface="+mn-lt"/>
                <a:cs typeface="+mn-lt"/>
              </a:rPr>
              <a:t>α και απ</a:t>
            </a:r>
            <a:r>
              <a:rPr lang="en-US" dirty="0" err="1">
                <a:latin typeface="Arial"/>
                <a:ea typeface="+mn-lt"/>
                <a:cs typeface="+mn-lt"/>
              </a:rPr>
              <a:t>οφυγή</a:t>
            </a:r>
            <a:r>
              <a:rPr lang="en-US" dirty="0">
                <a:latin typeface="Arial"/>
                <a:ea typeface="+mn-lt"/>
                <a:cs typeface="+mn-lt"/>
              </a:rPr>
              <a:t> υπ</a:t>
            </a:r>
            <a:r>
              <a:rPr lang="en-US" dirty="0" err="1">
                <a:latin typeface="Arial"/>
                <a:ea typeface="+mn-lt"/>
                <a:cs typeface="+mn-lt"/>
              </a:rPr>
              <a:t>ερεκ</a:t>
            </a:r>
            <a:r>
              <a:rPr lang="en-US" dirty="0">
                <a:latin typeface="Arial"/>
                <a:ea typeface="+mn-lt"/>
                <a:cs typeface="+mn-lt"/>
              </a:rPr>
              <a:t>πα</a:t>
            </a:r>
            <a:r>
              <a:rPr lang="en-US" dirty="0" err="1">
                <a:latin typeface="Arial"/>
                <a:ea typeface="+mn-lt"/>
                <a:cs typeface="+mn-lt"/>
              </a:rPr>
              <a:t>ίδευσης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Naive Bayes: </a:t>
            </a:r>
            <a:r>
              <a:rPr lang="en-US" dirty="0" err="1">
                <a:latin typeface="Arial"/>
                <a:ea typeface="+mn-lt"/>
                <a:cs typeface="+mn-lt"/>
              </a:rPr>
              <a:t>Ως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μοντέλο</a:t>
            </a:r>
            <a:r>
              <a:rPr lang="en-US" dirty="0">
                <a:latin typeface="Arial"/>
                <a:ea typeface="+mn-lt"/>
                <a:cs typeface="+mn-lt"/>
              </a:rPr>
              <a:t> ανα</a:t>
            </a:r>
            <a:r>
              <a:rPr lang="en-US" dirty="0" err="1">
                <a:latin typeface="Arial"/>
                <a:ea typeface="+mn-lt"/>
                <a:cs typeface="+mn-lt"/>
              </a:rPr>
              <a:t>φοράς</a:t>
            </a:r>
            <a:r>
              <a:rPr lang="en-US" dirty="0">
                <a:latin typeface="Arial"/>
                <a:ea typeface="+mn-lt"/>
                <a:cs typeface="+mn-lt"/>
              </a:rPr>
              <a:t> (baseline).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Μέθοδος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Ελέγχου</a:t>
            </a:r>
            <a:r>
              <a:rPr lang="en-US" dirty="0">
                <a:latin typeface="Arial"/>
                <a:ea typeface="+mn-lt"/>
                <a:cs typeface="+mn-lt"/>
              </a:rPr>
              <a:t>: 10-fold Cross-Validation.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dirty="0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432102E0-741F-63BB-FDBB-EB9FE070ED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92" r="15113" b="-6"/>
          <a:stretch>
            <a:fillRect/>
          </a:stretch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3663572-B86E-53F6-E9B2-25E9C0460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9575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599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712694-12E9-A23B-9122-E3045802C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C635FCF-BD43-0A0E-DB45-C2E72A8F6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1450D-3AE3-E963-D2D7-CFC319F3D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8169" y="-96"/>
            <a:ext cx="8335103" cy="66757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Απ</a:t>
            </a:r>
            <a:r>
              <a:rPr lang="en-US" dirty="0" err="1">
                <a:latin typeface="Arial"/>
                <a:cs typeface="Arial"/>
              </a:rPr>
              <a:t>οτελέσμ</a:t>
            </a:r>
            <a:r>
              <a:rPr lang="en-US" dirty="0">
                <a:latin typeface="Arial"/>
                <a:cs typeface="Arial"/>
              </a:rPr>
              <a:t>ατα &amp; </a:t>
            </a:r>
            <a:r>
              <a:rPr lang="en-US" dirty="0" err="1">
                <a:latin typeface="Arial"/>
                <a:cs typeface="Arial"/>
              </a:rPr>
              <a:t>Σύγκριση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Μοντέλων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i="1" dirty="0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i="1" dirty="0">
              <a:solidFill>
                <a:srgbClr val="000000">
                  <a:alpha val="60000"/>
                </a:srgbClr>
              </a:solidFill>
              <a:latin typeface="Aria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+mn-lt"/>
                <a:cs typeface="+mn-lt"/>
              </a:rPr>
              <a:t>J48 Decision Tree: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Ακρί</a:t>
            </a:r>
            <a:r>
              <a:rPr lang="en-US" dirty="0">
                <a:latin typeface="Arial"/>
                <a:ea typeface="+mn-lt"/>
                <a:cs typeface="+mn-lt"/>
              </a:rPr>
              <a:t>β</a:t>
            </a:r>
            <a:r>
              <a:rPr lang="en-US" dirty="0" err="1">
                <a:latin typeface="Arial"/>
                <a:ea typeface="+mn-lt"/>
                <a:cs typeface="+mn-lt"/>
              </a:rPr>
              <a:t>ει</a:t>
            </a:r>
            <a:r>
              <a:rPr lang="en-US" dirty="0">
                <a:latin typeface="Arial"/>
                <a:ea typeface="+mn-lt"/>
                <a:cs typeface="+mn-lt"/>
              </a:rPr>
              <a:t>α (Accuracy): ~86%.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Πλεονέκτημ</a:t>
            </a:r>
            <a:r>
              <a:rPr lang="en-US" dirty="0">
                <a:latin typeface="Arial"/>
                <a:ea typeface="+mn-lt"/>
                <a:cs typeface="+mn-lt"/>
              </a:rPr>
              <a:t>α: </a:t>
            </a:r>
            <a:r>
              <a:rPr lang="en-US" dirty="0" err="1">
                <a:latin typeface="Arial"/>
                <a:ea typeface="+mn-lt"/>
                <a:cs typeface="+mn-lt"/>
              </a:rPr>
              <a:t>Έδειξε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ξεκάθ</a:t>
            </a:r>
            <a:r>
              <a:rPr lang="en-US" dirty="0">
                <a:latin typeface="Arial"/>
                <a:ea typeface="+mn-lt"/>
                <a:cs typeface="+mn-lt"/>
              </a:rPr>
              <a:t>αρα </a:t>
            </a:r>
            <a:r>
              <a:rPr lang="en-US" dirty="0" err="1">
                <a:latin typeface="Arial"/>
                <a:ea typeface="+mn-lt"/>
                <a:cs typeface="+mn-lt"/>
              </a:rPr>
              <a:t>ότι</a:t>
            </a:r>
            <a:r>
              <a:rPr lang="en-US" dirty="0">
                <a:latin typeface="Arial"/>
                <a:ea typeface="+mn-lt"/>
                <a:cs typeface="+mn-lt"/>
              </a:rPr>
              <a:t> η "Class" </a:t>
            </a:r>
            <a:r>
              <a:rPr lang="en-US" dirty="0" err="1">
                <a:latin typeface="Arial"/>
                <a:ea typeface="+mn-lt"/>
                <a:cs typeface="+mn-lt"/>
              </a:rPr>
              <a:t>είν</a:t>
            </a:r>
            <a:r>
              <a:rPr lang="en-US" dirty="0">
                <a:latin typeface="Arial"/>
                <a:ea typeface="+mn-lt"/>
                <a:cs typeface="+mn-lt"/>
              </a:rPr>
              <a:t>αι η </a:t>
            </a:r>
            <a:r>
              <a:rPr lang="en-US" dirty="0" err="1">
                <a:latin typeface="Arial"/>
                <a:ea typeface="+mn-lt"/>
                <a:cs typeface="+mn-lt"/>
              </a:rPr>
              <a:t>ρίζ</a:t>
            </a:r>
            <a:r>
              <a:rPr lang="en-US" dirty="0">
                <a:latin typeface="Arial"/>
                <a:ea typeface="+mn-lt"/>
                <a:cs typeface="+mn-lt"/>
              </a:rPr>
              <a:t>α </a:t>
            </a:r>
            <a:r>
              <a:rPr lang="en-US" dirty="0" err="1">
                <a:latin typeface="Arial"/>
                <a:ea typeface="+mn-lt"/>
                <a:cs typeface="+mn-lt"/>
              </a:rPr>
              <a:t>της</a:t>
            </a:r>
            <a:r>
              <a:rPr lang="en-US" dirty="0">
                <a:latin typeface="Arial"/>
                <a:ea typeface="+mn-lt"/>
                <a:cs typeface="+mn-lt"/>
              </a:rPr>
              <a:t> απ</a:t>
            </a:r>
            <a:r>
              <a:rPr lang="en-US" dirty="0" err="1">
                <a:latin typeface="Arial"/>
                <a:ea typeface="+mn-lt"/>
                <a:cs typeface="+mn-lt"/>
              </a:rPr>
              <a:t>όφ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σης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Random Forest (</a:t>
            </a:r>
            <a:r>
              <a:rPr lang="en-US" dirty="0" err="1">
                <a:latin typeface="Arial"/>
                <a:ea typeface="+mn-lt"/>
                <a:cs typeface="+mn-lt"/>
              </a:rPr>
              <a:t>Βέλτιστο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Μοντέλο</a:t>
            </a:r>
            <a:r>
              <a:rPr lang="en-US" dirty="0">
                <a:latin typeface="Arial"/>
                <a:ea typeface="+mn-lt"/>
                <a:cs typeface="+mn-lt"/>
              </a:rPr>
              <a:t>):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Ακρί</a:t>
            </a:r>
            <a:r>
              <a:rPr lang="en-US" dirty="0">
                <a:latin typeface="Arial"/>
                <a:ea typeface="+mn-lt"/>
                <a:cs typeface="+mn-lt"/>
              </a:rPr>
              <a:t>β</a:t>
            </a:r>
            <a:r>
              <a:rPr lang="en-US" dirty="0" err="1">
                <a:latin typeface="Arial"/>
                <a:ea typeface="+mn-lt"/>
                <a:cs typeface="+mn-lt"/>
              </a:rPr>
              <a:t>ει</a:t>
            </a:r>
            <a:r>
              <a:rPr lang="en-US" dirty="0">
                <a:latin typeface="Arial"/>
                <a:ea typeface="+mn-lt"/>
                <a:cs typeface="+mn-lt"/>
              </a:rPr>
              <a:t>α (Accuracy): ~90%.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Υψηλή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στ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θερότητ</a:t>
            </a:r>
            <a:r>
              <a:rPr lang="en-US" dirty="0">
                <a:latin typeface="Arial"/>
                <a:ea typeface="+mn-lt"/>
                <a:cs typeface="+mn-lt"/>
              </a:rPr>
              <a:t>α και </a:t>
            </a:r>
            <a:r>
              <a:rPr lang="en-US" dirty="0" err="1">
                <a:latin typeface="Arial"/>
                <a:ea typeface="+mn-lt"/>
                <a:cs typeface="+mn-lt"/>
              </a:rPr>
              <a:t>γενικευσιμότητ</a:t>
            </a:r>
            <a:r>
              <a:rPr lang="en-US" dirty="0">
                <a:latin typeface="Arial"/>
                <a:ea typeface="+mn-lt"/>
                <a:cs typeface="+mn-lt"/>
              </a:rPr>
              <a:t>α.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+mn-lt"/>
                <a:cs typeface="+mn-lt"/>
              </a:rPr>
              <a:t>Naive Bayes: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Ακρί</a:t>
            </a:r>
            <a:r>
              <a:rPr lang="en-US" dirty="0">
                <a:latin typeface="Arial"/>
                <a:ea typeface="+mn-lt"/>
                <a:cs typeface="+mn-lt"/>
              </a:rPr>
              <a:t>β</a:t>
            </a:r>
            <a:r>
              <a:rPr lang="en-US" dirty="0" err="1">
                <a:latin typeface="Arial"/>
                <a:ea typeface="+mn-lt"/>
                <a:cs typeface="+mn-lt"/>
              </a:rPr>
              <a:t>ει</a:t>
            </a:r>
            <a:r>
              <a:rPr lang="en-US" dirty="0">
                <a:latin typeface="Arial"/>
                <a:ea typeface="+mn-lt"/>
                <a:cs typeface="+mn-lt"/>
              </a:rPr>
              <a:t>α: ~82%.</a:t>
            </a:r>
            <a:endParaRPr lang="en-US" dirty="0">
              <a:latin typeface="Arial"/>
            </a:endParaRPr>
          </a:p>
          <a:p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D6AD3926-6817-9804-1535-CD094E5DC7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92" r="15113" b="-6"/>
          <a:stretch>
            <a:fillRect/>
          </a:stretch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474C1A-DE64-8749-4A0F-6DF51DB30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9575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51A97B-B978-7C9D-5B38-31BAA8058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" y="319007"/>
            <a:ext cx="4794949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258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0E12B-EE15-B6D2-E596-3D47F93FD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58B304D-5B6F-AD7A-1EB5-2EE78A623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35B7C0-3BC7-978B-DA06-56AE11F163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9976" y="4001"/>
            <a:ext cx="8352567" cy="68573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Arial"/>
                <a:cs typeface="Arial"/>
              </a:rPr>
              <a:t>Συζήτηση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Ευρημάτων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dirty="0">
              <a:solidFill>
                <a:srgbClr val="000000">
                  <a:alpha val="60000"/>
                </a:srgbClr>
              </a:solidFill>
              <a:latin typeface="Aria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Σύνθεση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Θεωρί</a:t>
            </a:r>
            <a:r>
              <a:rPr lang="en-US" dirty="0">
                <a:latin typeface="Arial"/>
                <a:ea typeface="+mn-lt"/>
                <a:cs typeface="+mn-lt"/>
              </a:rPr>
              <a:t>ας και </a:t>
            </a:r>
            <a:r>
              <a:rPr lang="en-US" dirty="0" err="1">
                <a:latin typeface="Arial"/>
                <a:ea typeface="+mn-lt"/>
                <a:cs typeface="+mn-lt"/>
              </a:rPr>
              <a:t>Δεδομένων</a:t>
            </a:r>
            <a:r>
              <a:rPr lang="en-US" dirty="0">
                <a:latin typeface="Arial"/>
                <a:ea typeface="+mn-lt"/>
                <a:cs typeface="+mn-lt"/>
              </a:rPr>
              <a:t>: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Η Κα</a:t>
            </a:r>
            <a:r>
              <a:rPr lang="en-US" dirty="0" err="1">
                <a:latin typeface="Arial"/>
                <a:ea typeface="+mn-lt"/>
                <a:cs typeface="+mn-lt"/>
              </a:rPr>
              <a:t>τηγορί</a:t>
            </a:r>
            <a:r>
              <a:rPr lang="en-US" dirty="0">
                <a:latin typeface="Arial"/>
                <a:ea typeface="+mn-lt"/>
                <a:cs typeface="+mn-lt"/>
              </a:rPr>
              <a:t>α </a:t>
            </a:r>
            <a:r>
              <a:rPr lang="en-US" dirty="0" err="1">
                <a:latin typeface="Arial"/>
                <a:ea typeface="+mn-lt"/>
                <a:cs typeface="+mn-lt"/>
              </a:rPr>
              <a:t>Θέσης</a:t>
            </a:r>
            <a:r>
              <a:rPr lang="en-US" dirty="0">
                <a:latin typeface="Arial"/>
                <a:ea typeface="+mn-lt"/>
                <a:cs typeface="+mn-lt"/>
              </a:rPr>
              <a:t> (Class) </a:t>
            </a:r>
            <a:r>
              <a:rPr lang="en-US" dirty="0" err="1">
                <a:latin typeface="Arial"/>
                <a:ea typeface="+mn-lt"/>
                <a:cs typeface="+mn-lt"/>
              </a:rPr>
              <a:t>είν</a:t>
            </a:r>
            <a:r>
              <a:rPr lang="en-US" dirty="0">
                <a:latin typeface="Arial"/>
                <a:ea typeface="+mn-lt"/>
                <a:cs typeface="+mn-lt"/>
              </a:rPr>
              <a:t>αι ο </a:t>
            </a:r>
            <a:r>
              <a:rPr lang="en-US" dirty="0" err="1">
                <a:latin typeface="Arial"/>
                <a:ea typeface="+mn-lt"/>
                <a:cs typeface="+mn-lt"/>
              </a:rPr>
              <a:t>ισχυρότερος</a:t>
            </a:r>
            <a:r>
              <a:rPr lang="en-US" dirty="0">
                <a:latin typeface="Arial"/>
                <a:ea typeface="+mn-lt"/>
                <a:cs typeface="+mn-lt"/>
              </a:rPr>
              <a:t> π</a:t>
            </a:r>
            <a:r>
              <a:rPr lang="en-US" dirty="0" err="1">
                <a:latin typeface="Arial"/>
                <a:ea typeface="+mn-lt"/>
                <a:cs typeface="+mn-lt"/>
              </a:rPr>
              <a:t>ρο</a:t>
            </a:r>
            <a:r>
              <a:rPr lang="en-US" dirty="0">
                <a:latin typeface="Arial"/>
                <a:ea typeface="+mn-lt"/>
                <a:cs typeface="+mn-lt"/>
              </a:rPr>
              <a:t>β</a:t>
            </a:r>
            <a:r>
              <a:rPr lang="en-US" dirty="0" err="1">
                <a:latin typeface="Arial"/>
                <a:ea typeface="+mn-lt"/>
                <a:cs typeface="+mn-lt"/>
              </a:rPr>
              <a:t>λε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τικός</a:t>
            </a:r>
            <a:r>
              <a:rPr lang="en-US" dirty="0">
                <a:latin typeface="Arial"/>
                <a:ea typeface="+mn-lt"/>
                <a:cs typeface="+mn-lt"/>
              </a:rPr>
              <a:t> πα</a:t>
            </a:r>
            <a:r>
              <a:rPr lang="en-US" dirty="0" err="1">
                <a:latin typeface="Arial"/>
                <a:ea typeface="+mn-lt"/>
                <a:cs typeface="+mn-lt"/>
              </a:rPr>
              <a:t>ράγοντ</a:t>
            </a:r>
            <a:r>
              <a:rPr lang="en-US" dirty="0">
                <a:latin typeface="Arial"/>
                <a:ea typeface="+mn-lt"/>
                <a:cs typeface="+mn-lt"/>
              </a:rPr>
              <a:t>ας.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Υπ</a:t>
            </a:r>
            <a:r>
              <a:rPr lang="en-US" dirty="0" err="1">
                <a:latin typeface="Arial"/>
                <a:ea typeface="+mn-lt"/>
                <a:cs typeface="+mn-lt"/>
              </a:rPr>
              <a:t>οκειμενική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Εμ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ειρί</a:t>
            </a:r>
            <a:r>
              <a:rPr lang="en-US" dirty="0">
                <a:latin typeface="Arial"/>
                <a:ea typeface="+mn-lt"/>
                <a:cs typeface="+mn-lt"/>
              </a:rPr>
              <a:t>α: Η </a:t>
            </a:r>
            <a:r>
              <a:rPr lang="en-US" dirty="0" err="1">
                <a:latin typeface="Arial"/>
                <a:ea typeface="+mn-lt"/>
                <a:cs typeface="+mn-lt"/>
              </a:rPr>
              <a:t>συμ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εριφορά</a:t>
            </a:r>
            <a:r>
              <a:rPr lang="en-US" dirty="0">
                <a:latin typeface="Arial"/>
                <a:ea typeface="+mn-lt"/>
                <a:cs typeface="+mn-lt"/>
              </a:rPr>
              <a:t> π</a:t>
            </a:r>
            <a:r>
              <a:rPr lang="en-US" dirty="0" err="1">
                <a:latin typeface="Arial"/>
                <a:ea typeface="+mn-lt"/>
                <a:cs typeface="+mn-lt"/>
              </a:rPr>
              <a:t>ροσω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ικού</a:t>
            </a:r>
            <a:r>
              <a:rPr lang="en-US" dirty="0">
                <a:latin typeface="Arial"/>
                <a:ea typeface="+mn-lt"/>
                <a:cs typeface="+mn-lt"/>
              </a:rPr>
              <a:t> μπ</a:t>
            </a:r>
            <a:r>
              <a:rPr lang="en-US" dirty="0" err="1">
                <a:latin typeface="Arial"/>
                <a:ea typeface="+mn-lt"/>
                <a:cs typeface="+mn-lt"/>
              </a:rPr>
              <a:t>ορεί</a:t>
            </a:r>
            <a:r>
              <a:rPr lang="en-US" dirty="0">
                <a:latin typeface="Arial"/>
                <a:ea typeface="+mn-lt"/>
                <a:cs typeface="+mn-lt"/>
              </a:rPr>
              <a:t> να α</a:t>
            </a:r>
            <a:r>
              <a:rPr lang="en-US" dirty="0" err="1">
                <a:latin typeface="Arial"/>
                <a:ea typeface="+mn-lt"/>
                <a:cs typeface="+mn-lt"/>
              </a:rPr>
              <a:t>ντιστ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θμίσει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μικρά</a:t>
            </a:r>
            <a:r>
              <a:rPr lang="en-US" dirty="0">
                <a:latin typeface="Arial"/>
                <a:ea typeface="+mn-lt"/>
                <a:cs typeface="+mn-lt"/>
              </a:rPr>
              <a:t> π</a:t>
            </a:r>
            <a:r>
              <a:rPr lang="en-US" dirty="0" err="1">
                <a:latin typeface="Arial"/>
                <a:ea typeface="+mn-lt"/>
                <a:cs typeface="+mn-lt"/>
              </a:rPr>
              <a:t>ρο</a:t>
            </a:r>
            <a:r>
              <a:rPr lang="en-US" dirty="0">
                <a:latin typeface="Arial"/>
                <a:ea typeface="+mn-lt"/>
                <a:cs typeface="+mn-lt"/>
              </a:rPr>
              <a:t>β</a:t>
            </a:r>
            <a:r>
              <a:rPr lang="en-US" dirty="0" err="1">
                <a:latin typeface="Arial"/>
                <a:ea typeface="+mn-lt"/>
                <a:cs typeface="+mn-lt"/>
              </a:rPr>
              <a:t>λήμ</a:t>
            </a:r>
            <a:r>
              <a:rPr lang="en-US" dirty="0">
                <a:latin typeface="Arial"/>
                <a:ea typeface="+mn-lt"/>
                <a:cs typeface="+mn-lt"/>
              </a:rPr>
              <a:t>ατα (Kano Model).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Αντικειμενική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Εμ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ειρί</a:t>
            </a:r>
            <a:r>
              <a:rPr lang="en-US" dirty="0">
                <a:latin typeface="Arial"/>
                <a:ea typeface="+mn-lt"/>
                <a:cs typeface="+mn-lt"/>
              </a:rPr>
              <a:t>α: </a:t>
            </a:r>
            <a:r>
              <a:rPr lang="en-US" dirty="0" err="1">
                <a:latin typeface="Arial"/>
                <a:ea typeface="+mn-lt"/>
                <a:cs typeface="+mn-lt"/>
              </a:rPr>
              <a:t>Οι</a:t>
            </a:r>
            <a:r>
              <a:rPr lang="en-US" dirty="0">
                <a:latin typeface="Arial"/>
                <a:ea typeface="+mn-lt"/>
                <a:cs typeface="+mn-lt"/>
              </a:rPr>
              <a:t> κα</a:t>
            </a:r>
            <a:r>
              <a:rPr lang="en-US" dirty="0" err="1">
                <a:latin typeface="Arial"/>
                <a:ea typeface="+mn-lt"/>
                <a:cs typeface="+mn-lt"/>
              </a:rPr>
              <a:t>θυστερήσεις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λειτουργούν</a:t>
            </a:r>
            <a:r>
              <a:rPr lang="en-US" dirty="0">
                <a:latin typeface="Arial"/>
                <a:ea typeface="+mn-lt"/>
                <a:cs typeface="+mn-lt"/>
              </a:rPr>
              <a:t> α</a:t>
            </a:r>
            <a:r>
              <a:rPr lang="en-US" dirty="0" err="1">
                <a:latin typeface="Arial"/>
                <a:ea typeface="+mn-lt"/>
                <a:cs typeface="+mn-lt"/>
              </a:rPr>
              <a:t>κυρωτικά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γι</a:t>
            </a:r>
            <a:r>
              <a:rPr lang="en-US" dirty="0">
                <a:latin typeface="Arial"/>
                <a:ea typeface="+mn-lt"/>
                <a:cs typeface="+mn-lt"/>
              </a:rPr>
              <a:t>α </a:t>
            </a:r>
            <a:r>
              <a:rPr lang="en-US" dirty="0" err="1">
                <a:latin typeface="Arial"/>
                <a:ea typeface="+mn-lt"/>
                <a:cs typeface="+mn-lt"/>
              </a:rPr>
              <a:t>την</a:t>
            </a:r>
            <a:r>
              <a:rPr lang="en-US" dirty="0">
                <a:latin typeface="Arial"/>
                <a:ea typeface="+mn-lt"/>
                <a:cs typeface="+mn-lt"/>
              </a:rPr>
              <a:t> κα</a:t>
            </a:r>
            <a:r>
              <a:rPr lang="en-US" dirty="0" err="1">
                <a:latin typeface="Arial"/>
                <a:ea typeface="+mn-lt"/>
                <a:cs typeface="+mn-lt"/>
              </a:rPr>
              <a:t>λή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εξυ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ηρέτηση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Loyalty: </a:t>
            </a:r>
            <a:r>
              <a:rPr lang="en-US" dirty="0" err="1">
                <a:latin typeface="Arial"/>
                <a:ea typeface="+mn-lt"/>
                <a:cs typeface="+mn-lt"/>
              </a:rPr>
              <a:t>Οι</a:t>
            </a:r>
            <a:r>
              <a:rPr lang="en-US" dirty="0">
                <a:latin typeface="Arial"/>
                <a:ea typeface="+mn-lt"/>
                <a:cs typeface="+mn-lt"/>
              </a:rPr>
              <a:t> π</a:t>
            </a:r>
            <a:r>
              <a:rPr lang="en-US" dirty="0" err="1">
                <a:latin typeface="Arial"/>
                <a:ea typeface="+mn-lt"/>
                <a:cs typeface="+mn-lt"/>
              </a:rPr>
              <a:t>ιστοί</a:t>
            </a:r>
            <a:r>
              <a:rPr lang="en-US" dirty="0">
                <a:latin typeface="Arial"/>
                <a:ea typeface="+mn-lt"/>
                <a:cs typeface="+mn-lt"/>
              </a:rPr>
              <a:t> π</a:t>
            </a:r>
            <a:r>
              <a:rPr lang="en-US" dirty="0" err="1">
                <a:latin typeface="Arial"/>
                <a:ea typeface="+mn-lt"/>
                <a:cs typeface="+mn-lt"/>
              </a:rPr>
              <a:t>ελάτες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δείχνουν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μεγ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λύτερη</a:t>
            </a:r>
            <a:r>
              <a:rPr lang="en-US" dirty="0">
                <a:latin typeface="Arial"/>
                <a:ea typeface="+mn-lt"/>
                <a:cs typeface="+mn-lt"/>
              </a:rPr>
              <a:t> α</a:t>
            </a:r>
            <a:r>
              <a:rPr lang="en-US" dirty="0" err="1">
                <a:latin typeface="Arial"/>
                <a:ea typeface="+mn-lt"/>
                <a:cs typeface="+mn-lt"/>
              </a:rPr>
              <a:t>νοχή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σε</a:t>
            </a:r>
            <a:r>
              <a:rPr lang="en-US" dirty="0">
                <a:latin typeface="Arial"/>
                <a:ea typeface="+mn-lt"/>
                <a:cs typeface="+mn-lt"/>
              </a:rPr>
              <a:t> α</a:t>
            </a:r>
            <a:r>
              <a:rPr lang="en-US" dirty="0" err="1">
                <a:latin typeface="Arial"/>
                <a:ea typeface="+mn-lt"/>
                <a:cs typeface="+mn-lt"/>
              </a:rPr>
              <a:t>στοχίες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dirty="0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E171B786-FE3E-246D-AD88-A3B42BF48C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92" r="15113" b="-6"/>
          <a:stretch>
            <a:fillRect/>
          </a:stretch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7161CA-8092-4DF6-A58E-A9CD92C1E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9575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24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05FFA7-AD85-444C-0AE4-D7705BDCB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06EA005-D850-79D2-7934-5A0429928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AA1AE3-A43E-0EED-CAD4-E0BD2DE81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9975" y="4001"/>
            <a:ext cx="8325831" cy="68573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latin typeface="Arial"/>
                <a:cs typeface="Arial"/>
              </a:rPr>
              <a:t>Περιορισμοί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της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Έρευν</a:t>
            </a:r>
            <a:r>
              <a:rPr lang="en-US" b="1" dirty="0">
                <a:latin typeface="Arial"/>
                <a:cs typeface="Arial"/>
              </a:rPr>
              <a:t>ας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b="1" dirty="0">
              <a:solidFill>
                <a:srgbClr val="000000">
                  <a:alpha val="60000"/>
                </a:srgbClr>
              </a:solidFill>
              <a:latin typeface="Aria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latin typeface="Arial"/>
                <a:ea typeface="+mn-lt"/>
                <a:cs typeface="+mn-lt"/>
              </a:rPr>
              <a:t>Δευτερογενή</a:t>
            </a:r>
            <a:r>
              <a:rPr lang="en-US" b="1" dirty="0">
                <a:latin typeface="Arial"/>
                <a:ea typeface="+mn-lt"/>
                <a:cs typeface="+mn-lt"/>
              </a:rPr>
              <a:t> </a:t>
            </a:r>
            <a:r>
              <a:rPr lang="en-US" b="1" dirty="0" err="1">
                <a:latin typeface="Arial"/>
                <a:ea typeface="+mn-lt"/>
                <a:cs typeface="+mn-lt"/>
              </a:rPr>
              <a:t>Δεδομέν</a:t>
            </a:r>
            <a:r>
              <a:rPr lang="en-US" b="1" dirty="0">
                <a:latin typeface="Arial"/>
                <a:ea typeface="+mn-lt"/>
                <a:cs typeface="+mn-lt"/>
              </a:rPr>
              <a:t>α: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Έλλειψη</a:t>
            </a:r>
            <a:r>
              <a:rPr lang="en-US" dirty="0">
                <a:latin typeface="Arial"/>
                <a:ea typeface="+mn-lt"/>
                <a:cs typeface="+mn-lt"/>
              </a:rPr>
              <a:t> π</a:t>
            </a:r>
            <a:r>
              <a:rPr lang="en-US" dirty="0" err="1">
                <a:latin typeface="Arial"/>
                <a:ea typeface="+mn-lt"/>
                <a:cs typeface="+mn-lt"/>
              </a:rPr>
              <a:t>οιοτικών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στοιχείων</a:t>
            </a:r>
            <a:r>
              <a:rPr lang="en-US" dirty="0">
                <a:latin typeface="Arial"/>
                <a:ea typeface="+mn-lt"/>
                <a:cs typeface="+mn-lt"/>
              </a:rPr>
              <a:t> (</a:t>
            </a:r>
            <a:r>
              <a:rPr lang="en-US" dirty="0" err="1">
                <a:latin typeface="Arial"/>
                <a:ea typeface="+mn-lt"/>
                <a:cs typeface="+mn-lt"/>
              </a:rPr>
              <a:t>συν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ισθήμ</a:t>
            </a:r>
            <a:r>
              <a:rPr lang="en-US" dirty="0">
                <a:latin typeface="Arial"/>
                <a:ea typeface="+mn-lt"/>
                <a:cs typeface="+mn-lt"/>
              </a:rPr>
              <a:t>ατα, </a:t>
            </a:r>
            <a:r>
              <a:rPr lang="en-US" dirty="0" err="1">
                <a:latin typeface="Arial"/>
                <a:ea typeface="+mn-lt"/>
                <a:cs typeface="+mn-lt"/>
              </a:rPr>
              <a:t>σχόλι</a:t>
            </a:r>
            <a:r>
              <a:rPr lang="en-US" dirty="0">
                <a:latin typeface="Arial"/>
                <a:ea typeface="+mn-lt"/>
                <a:cs typeface="+mn-lt"/>
              </a:rPr>
              <a:t>α).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latin typeface="Arial"/>
                <a:ea typeface="+mn-lt"/>
                <a:cs typeface="+mn-lt"/>
              </a:rPr>
              <a:t>Χρονικό</a:t>
            </a:r>
            <a:r>
              <a:rPr lang="en-US" b="1" dirty="0">
                <a:latin typeface="Arial"/>
                <a:ea typeface="+mn-lt"/>
                <a:cs typeface="+mn-lt"/>
              </a:rPr>
              <a:t> </a:t>
            </a:r>
            <a:r>
              <a:rPr lang="en-US" b="1" dirty="0" err="1">
                <a:latin typeface="Arial"/>
                <a:ea typeface="+mn-lt"/>
                <a:cs typeface="+mn-lt"/>
              </a:rPr>
              <a:t>Πλ</a:t>
            </a:r>
            <a:r>
              <a:rPr lang="en-US" b="1" dirty="0">
                <a:latin typeface="Arial"/>
                <a:ea typeface="+mn-lt"/>
                <a:cs typeface="+mn-lt"/>
              </a:rPr>
              <a:t>α</a:t>
            </a:r>
            <a:r>
              <a:rPr lang="en-US" b="1" dirty="0" err="1">
                <a:latin typeface="Arial"/>
                <a:ea typeface="+mn-lt"/>
                <a:cs typeface="+mn-lt"/>
              </a:rPr>
              <a:t>ίσιο</a:t>
            </a:r>
            <a:r>
              <a:rPr lang="en-US" b="1" dirty="0">
                <a:latin typeface="Arial"/>
                <a:ea typeface="+mn-lt"/>
                <a:cs typeface="+mn-lt"/>
              </a:rPr>
              <a:t>:</a:t>
            </a:r>
            <a:r>
              <a:rPr lang="en-US" dirty="0">
                <a:latin typeface="Arial"/>
                <a:ea typeface="+mn-lt"/>
                <a:cs typeface="+mn-lt"/>
              </a:rPr>
              <a:t> Τα </a:t>
            </a:r>
            <a:r>
              <a:rPr lang="en-US" dirty="0" err="1">
                <a:latin typeface="Arial"/>
                <a:ea typeface="+mn-lt"/>
                <a:cs typeface="+mn-lt"/>
              </a:rPr>
              <a:t>δεδομέν</a:t>
            </a:r>
            <a:r>
              <a:rPr lang="en-US" dirty="0">
                <a:latin typeface="Arial"/>
                <a:ea typeface="+mn-lt"/>
                <a:cs typeface="+mn-lt"/>
              </a:rPr>
              <a:t>α α</a:t>
            </a:r>
            <a:r>
              <a:rPr lang="en-US" dirty="0" err="1">
                <a:latin typeface="Arial"/>
                <a:ea typeface="+mn-lt"/>
                <a:cs typeface="+mn-lt"/>
              </a:rPr>
              <a:t>φορούν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συγκεκριμένη</a:t>
            </a:r>
            <a:r>
              <a:rPr lang="en-US" dirty="0">
                <a:latin typeface="Arial"/>
                <a:ea typeface="+mn-lt"/>
                <a:cs typeface="+mn-lt"/>
              </a:rPr>
              <a:t> π</a:t>
            </a:r>
            <a:r>
              <a:rPr lang="en-US" dirty="0" err="1">
                <a:latin typeface="Arial"/>
                <a:ea typeface="+mn-lt"/>
                <a:cs typeface="+mn-lt"/>
              </a:rPr>
              <a:t>ερίοδο</a:t>
            </a:r>
            <a:r>
              <a:rPr lang="en-US" dirty="0">
                <a:latin typeface="Arial"/>
                <a:ea typeface="+mn-lt"/>
                <a:cs typeface="+mn-lt"/>
              </a:rPr>
              <a:t> και </a:t>
            </a:r>
            <a:r>
              <a:rPr lang="en-US" dirty="0" err="1">
                <a:latin typeface="Arial"/>
                <a:ea typeface="+mn-lt"/>
                <a:cs typeface="+mn-lt"/>
              </a:rPr>
              <a:t>ενδέχετ</a:t>
            </a:r>
            <a:r>
              <a:rPr lang="en-US" dirty="0">
                <a:latin typeface="Arial"/>
                <a:ea typeface="+mn-lt"/>
                <a:cs typeface="+mn-lt"/>
              </a:rPr>
              <a:t>αι να </a:t>
            </a:r>
            <a:r>
              <a:rPr lang="en-US" dirty="0" err="1">
                <a:latin typeface="Arial"/>
                <a:ea typeface="+mn-lt"/>
                <a:cs typeface="+mn-lt"/>
              </a:rPr>
              <a:t>μην</a:t>
            </a:r>
            <a:r>
              <a:rPr lang="en-US" dirty="0">
                <a:latin typeface="Arial"/>
                <a:ea typeface="+mn-lt"/>
                <a:cs typeface="+mn-lt"/>
              </a:rPr>
              <a:t> κα</a:t>
            </a:r>
            <a:r>
              <a:rPr lang="en-US" dirty="0" err="1">
                <a:latin typeface="Arial"/>
                <a:ea typeface="+mn-lt"/>
                <a:cs typeface="+mn-lt"/>
              </a:rPr>
              <a:t>λύ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τουν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όλες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τις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σύγχρονες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γεω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ολιτικές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συνθήκες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latin typeface="Arial"/>
                <a:ea typeface="+mn-lt"/>
                <a:cs typeface="+mn-lt"/>
              </a:rPr>
              <a:t>Εργ</a:t>
            </a:r>
            <a:r>
              <a:rPr lang="en-US" b="1" dirty="0">
                <a:latin typeface="Arial"/>
                <a:ea typeface="+mn-lt"/>
                <a:cs typeface="+mn-lt"/>
              </a:rPr>
              <a:t>α</a:t>
            </a:r>
            <a:r>
              <a:rPr lang="en-US" b="1" dirty="0" err="1">
                <a:latin typeface="Arial"/>
                <a:ea typeface="+mn-lt"/>
                <a:cs typeface="+mn-lt"/>
              </a:rPr>
              <a:t>λεί</a:t>
            </a:r>
            <a:r>
              <a:rPr lang="en-US" b="1" dirty="0">
                <a:latin typeface="Arial"/>
                <a:ea typeface="+mn-lt"/>
                <a:cs typeface="+mn-lt"/>
              </a:rPr>
              <a:t>α: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Το</a:t>
            </a:r>
            <a:r>
              <a:rPr lang="en-US" dirty="0">
                <a:latin typeface="Arial"/>
                <a:ea typeface="+mn-lt"/>
                <a:cs typeface="+mn-lt"/>
              </a:rPr>
              <a:t> Weka και </a:t>
            </a:r>
            <a:r>
              <a:rPr lang="en-US" dirty="0" err="1">
                <a:latin typeface="Arial"/>
                <a:ea typeface="+mn-lt"/>
                <a:cs typeface="+mn-lt"/>
              </a:rPr>
              <a:t>το</a:t>
            </a:r>
            <a:r>
              <a:rPr lang="en-US" dirty="0">
                <a:latin typeface="Arial"/>
                <a:ea typeface="+mn-lt"/>
                <a:cs typeface="+mn-lt"/>
              </a:rPr>
              <a:t> Power BI </a:t>
            </a:r>
            <a:r>
              <a:rPr lang="en-US" dirty="0" err="1">
                <a:latin typeface="Arial"/>
                <a:ea typeface="+mn-lt"/>
                <a:cs typeface="+mn-lt"/>
              </a:rPr>
              <a:t>είν</a:t>
            </a:r>
            <a:r>
              <a:rPr lang="en-US" dirty="0">
                <a:latin typeface="Arial"/>
                <a:ea typeface="+mn-lt"/>
                <a:cs typeface="+mn-lt"/>
              </a:rPr>
              <a:t>αι </a:t>
            </a:r>
            <a:r>
              <a:rPr lang="en-US" dirty="0" err="1">
                <a:latin typeface="Arial"/>
                <a:ea typeface="+mn-lt"/>
                <a:cs typeface="+mn-lt"/>
              </a:rPr>
              <a:t>εξ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ιρετικά</a:t>
            </a:r>
            <a:r>
              <a:rPr lang="en-US" dirty="0">
                <a:latin typeface="Arial"/>
                <a:ea typeface="+mn-lt"/>
                <a:cs typeface="+mn-lt"/>
              </a:rPr>
              <a:t>, α</a:t>
            </a:r>
            <a:r>
              <a:rPr lang="en-US" dirty="0" err="1">
                <a:latin typeface="Arial"/>
                <a:ea typeface="+mn-lt"/>
                <a:cs typeface="+mn-lt"/>
              </a:rPr>
              <a:t>λλά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έχουν</a:t>
            </a:r>
            <a:r>
              <a:rPr lang="en-US" dirty="0">
                <a:latin typeface="Arial"/>
                <a:ea typeface="+mn-lt"/>
                <a:cs typeface="+mn-lt"/>
              </a:rPr>
              <a:t> π</a:t>
            </a:r>
            <a:r>
              <a:rPr lang="en-US" dirty="0" err="1">
                <a:latin typeface="Arial"/>
                <a:ea typeface="+mn-lt"/>
                <a:cs typeface="+mn-lt"/>
              </a:rPr>
              <a:t>εριορισμούς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σε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σχέση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με</a:t>
            </a:r>
            <a:r>
              <a:rPr lang="en-US" dirty="0">
                <a:latin typeface="Arial"/>
                <a:ea typeface="+mn-lt"/>
                <a:cs typeface="+mn-lt"/>
              </a:rPr>
              <a:t> π</a:t>
            </a:r>
            <a:r>
              <a:rPr lang="en-US" dirty="0" err="1">
                <a:latin typeface="Arial"/>
                <a:ea typeface="+mn-lt"/>
                <a:cs typeface="+mn-lt"/>
              </a:rPr>
              <a:t>ροχωρημένο</a:t>
            </a:r>
            <a:r>
              <a:rPr lang="en-US" dirty="0">
                <a:latin typeface="Arial"/>
                <a:ea typeface="+mn-lt"/>
                <a:cs typeface="+mn-lt"/>
              </a:rPr>
              <a:t> π</a:t>
            </a:r>
            <a:r>
              <a:rPr lang="en-US" dirty="0" err="1">
                <a:latin typeface="Arial"/>
                <a:ea typeface="+mn-lt"/>
                <a:cs typeface="+mn-lt"/>
              </a:rPr>
              <a:t>ρογρ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μμ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τισμό</a:t>
            </a:r>
            <a:r>
              <a:rPr lang="en-US" dirty="0">
                <a:latin typeface="Arial"/>
                <a:ea typeface="+mn-lt"/>
                <a:cs typeface="+mn-lt"/>
              </a:rPr>
              <a:t> (Python/R).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04776304-B496-A5EE-DD15-CB86B1535D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92" r="15113" b="-6"/>
          <a:stretch>
            <a:fillRect/>
          </a:stretch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4B8AA5-A2C2-55C9-971D-BB61722EB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9575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316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40E3E0-2585-C140-169B-BE752314C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75CA258-40F5-C18C-429F-003BA588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E5CE32-0045-BF29-5891-9635BC8145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8169" y="-96"/>
            <a:ext cx="8335102" cy="68601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Arial"/>
                <a:cs typeface="Arial"/>
              </a:rPr>
              <a:t>Προτάσεις</a:t>
            </a:r>
            <a:r>
              <a:rPr lang="en-US" dirty="0">
                <a:latin typeface="Arial"/>
                <a:cs typeface="Arial"/>
              </a:rPr>
              <a:t> &amp; </a:t>
            </a:r>
            <a:r>
              <a:rPr lang="en-US" dirty="0" err="1">
                <a:latin typeface="Arial"/>
                <a:cs typeface="Arial"/>
              </a:rPr>
              <a:t>Συμ</a:t>
            </a:r>
            <a:r>
              <a:rPr lang="en-US" dirty="0">
                <a:latin typeface="Arial"/>
                <a:cs typeface="Arial"/>
              </a:rPr>
              <a:t>π</a:t>
            </a:r>
            <a:r>
              <a:rPr lang="en-US" dirty="0" err="1">
                <a:latin typeface="Arial"/>
                <a:cs typeface="Arial"/>
              </a:rPr>
              <a:t>εράσμ</a:t>
            </a:r>
            <a:r>
              <a:rPr lang="en-US" dirty="0">
                <a:latin typeface="Arial"/>
                <a:cs typeface="Arial"/>
              </a:rPr>
              <a:t>ατα</a:t>
            </a:r>
            <a:endParaRPr lang="en-US" dirty="0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dirty="0">
              <a:solidFill>
                <a:srgbClr val="000000">
                  <a:alpha val="60000"/>
                </a:srgbClr>
              </a:solidFill>
              <a:latin typeface="Aria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Πρ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κτικές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Προτάσεις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γι</a:t>
            </a:r>
            <a:r>
              <a:rPr lang="en-US" dirty="0">
                <a:latin typeface="Arial"/>
                <a:ea typeface="+mn-lt"/>
                <a:cs typeface="+mn-lt"/>
              </a:rPr>
              <a:t>α </a:t>
            </a:r>
            <a:r>
              <a:rPr lang="en-US" dirty="0" err="1">
                <a:latin typeface="Arial"/>
                <a:ea typeface="+mn-lt"/>
                <a:cs typeface="+mn-lt"/>
              </a:rPr>
              <a:t>Αερο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ορικές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Ετ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ιρείες</a:t>
            </a:r>
            <a:r>
              <a:rPr lang="en-US" dirty="0">
                <a:latin typeface="Arial"/>
                <a:ea typeface="+mn-lt"/>
                <a:cs typeface="+mn-lt"/>
              </a:rPr>
              <a:t>: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Βελτίωση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Άνεσης</a:t>
            </a:r>
            <a:r>
              <a:rPr lang="en-US" dirty="0">
                <a:latin typeface="Arial"/>
                <a:ea typeface="+mn-lt"/>
                <a:cs typeface="+mn-lt"/>
              </a:rPr>
              <a:t>: Ακόμα και </a:t>
            </a:r>
            <a:r>
              <a:rPr lang="en-US" dirty="0" err="1">
                <a:latin typeface="Arial"/>
                <a:ea typeface="+mn-lt"/>
                <a:cs typeface="+mn-lt"/>
              </a:rPr>
              <a:t>μικρές</a:t>
            </a:r>
            <a:r>
              <a:rPr lang="en-US" dirty="0">
                <a:latin typeface="Arial"/>
                <a:ea typeface="+mn-lt"/>
                <a:cs typeface="+mn-lt"/>
              </a:rPr>
              <a:t> α</a:t>
            </a:r>
            <a:r>
              <a:rPr lang="en-US" dirty="0" err="1">
                <a:latin typeface="Arial"/>
                <a:ea typeface="+mn-lt"/>
                <a:cs typeface="+mn-lt"/>
              </a:rPr>
              <a:t>λλ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γές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στην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εργονομί</a:t>
            </a:r>
            <a:r>
              <a:rPr lang="en-US" dirty="0">
                <a:latin typeface="Arial"/>
                <a:ea typeface="+mn-lt"/>
                <a:cs typeface="+mn-lt"/>
              </a:rPr>
              <a:t>α </a:t>
            </a:r>
            <a:r>
              <a:rPr lang="en-US" dirty="0" err="1">
                <a:latin typeface="Arial"/>
                <a:ea typeface="+mn-lt"/>
                <a:cs typeface="+mn-lt"/>
              </a:rPr>
              <a:t>της</a:t>
            </a:r>
            <a:r>
              <a:rPr lang="en-US" dirty="0">
                <a:latin typeface="Arial"/>
                <a:ea typeface="+mn-lt"/>
                <a:cs typeface="+mn-lt"/>
              </a:rPr>
              <a:t> Economy Class.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Εκ</a:t>
            </a:r>
            <a:r>
              <a:rPr lang="en-US" dirty="0">
                <a:latin typeface="Arial"/>
                <a:ea typeface="+mn-lt"/>
                <a:cs typeface="+mn-lt"/>
              </a:rPr>
              <a:t>πα</a:t>
            </a:r>
            <a:r>
              <a:rPr lang="en-US" dirty="0" err="1">
                <a:latin typeface="Arial"/>
                <a:ea typeface="+mn-lt"/>
                <a:cs typeface="+mn-lt"/>
              </a:rPr>
              <a:t>ίδευση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Προσω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ικού</a:t>
            </a:r>
            <a:r>
              <a:rPr lang="en-US" dirty="0">
                <a:latin typeface="Arial"/>
                <a:ea typeface="+mn-lt"/>
                <a:cs typeface="+mn-lt"/>
              </a:rPr>
              <a:t>: </a:t>
            </a:r>
            <a:r>
              <a:rPr lang="en-US" dirty="0" err="1">
                <a:latin typeface="Arial"/>
                <a:ea typeface="+mn-lt"/>
                <a:cs typeface="+mn-lt"/>
              </a:rPr>
              <a:t>Εστί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ση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στην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ενσυν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ίσθηση</a:t>
            </a:r>
            <a:r>
              <a:rPr lang="en-US" dirty="0">
                <a:latin typeface="Arial"/>
                <a:ea typeface="+mn-lt"/>
                <a:cs typeface="+mn-lt"/>
              </a:rPr>
              <a:t> και </a:t>
            </a:r>
            <a:r>
              <a:rPr lang="en-US" dirty="0" err="1">
                <a:latin typeface="Arial"/>
                <a:ea typeface="+mn-lt"/>
                <a:cs typeface="+mn-lt"/>
              </a:rPr>
              <a:t>δι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χείριση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κρίσεων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Data-Driven </a:t>
            </a:r>
            <a:r>
              <a:rPr lang="en-US" dirty="0" err="1">
                <a:latin typeface="Arial"/>
                <a:ea typeface="+mn-lt"/>
                <a:cs typeface="+mn-lt"/>
              </a:rPr>
              <a:t>Στρ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τηγική</a:t>
            </a:r>
            <a:r>
              <a:rPr lang="en-US" dirty="0">
                <a:latin typeface="Arial"/>
                <a:ea typeface="+mn-lt"/>
                <a:cs typeface="+mn-lt"/>
              </a:rPr>
              <a:t>: </a:t>
            </a:r>
            <a:r>
              <a:rPr lang="en-US" dirty="0" err="1">
                <a:latin typeface="Arial"/>
                <a:ea typeface="+mn-lt"/>
                <a:cs typeface="+mn-lt"/>
              </a:rPr>
              <a:t>Χρήση</a:t>
            </a:r>
            <a:r>
              <a:rPr lang="en-US" dirty="0">
                <a:latin typeface="Arial"/>
                <a:ea typeface="+mn-lt"/>
                <a:cs typeface="+mn-lt"/>
              </a:rPr>
              <a:t> BI </a:t>
            </a:r>
            <a:r>
              <a:rPr lang="en-US" dirty="0" err="1">
                <a:latin typeface="Arial"/>
                <a:ea typeface="+mn-lt"/>
                <a:cs typeface="+mn-lt"/>
              </a:rPr>
              <a:t>γι</a:t>
            </a:r>
            <a:r>
              <a:rPr lang="en-US" dirty="0">
                <a:latin typeface="Arial"/>
                <a:ea typeface="+mn-lt"/>
                <a:cs typeface="+mn-lt"/>
              </a:rPr>
              <a:t>α real-time παρα</a:t>
            </a:r>
            <a:r>
              <a:rPr lang="en-US" dirty="0" err="1">
                <a:latin typeface="Arial"/>
                <a:ea typeface="+mn-lt"/>
                <a:cs typeface="+mn-lt"/>
              </a:rPr>
              <a:t>κολούθηση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δεικτών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ικ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νο</a:t>
            </a:r>
            <a:r>
              <a:rPr lang="en-US" dirty="0">
                <a:latin typeface="Arial"/>
                <a:ea typeface="+mn-lt"/>
                <a:cs typeface="+mn-lt"/>
              </a:rPr>
              <a:t>π</a:t>
            </a:r>
            <a:r>
              <a:rPr lang="en-US" dirty="0" err="1">
                <a:latin typeface="Arial"/>
                <a:ea typeface="+mn-lt"/>
                <a:cs typeface="+mn-lt"/>
              </a:rPr>
              <a:t>οίησης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 err="1">
                <a:latin typeface="Arial"/>
                <a:ea typeface="+mn-lt"/>
                <a:cs typeface="+mn-lt"/>
              </a:rPr>
              <a:t>Δι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χείριση</a:t>
            </a:r>
            <a:r>
              <a:rPr lang="en-US" dirty="0">
                <a:latin typeface="Arial"/>
                <a:ea typeface="+mn-lt"/>
                <a:cs typeface="+mn-lt"/>
              </a:rPr>
              <a:t> Κα</a:t>
            </a:r>
            <a:r>
              <a:rPr lang="en-US" dirty="0" err="1">
                <a:latin typeface="Arial"/>
                <a:ea typeface="+mn-lt"/>
                <a:cs typeface="+mn-lt"/>
              </a:rPr>
              <a:t>θυστερήσεων</a:t>
            </a:r>
            <a:r>
              <a:rPr lang="en-US" dirty="0">
                <a:latin typeface="Arial"/>
                <a:ea typeface="+mn-lt"/>
                <a:cs typeface="+mn-lt"/>
              </a:rPr>
              <a:t>: </a:t>
            </a:r>
            <a:r>
              <a:rPr lang="en-US" dirty="0" err="1">
                <a:latin typeface="Arial"/>
                <a:ea typeface="+mn-lt"/>
                <a:cs typeface="+mn-lt"/>
              </a:rPr>
              <a:t>Δι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φάνει</a:t>
            </a:r>
            <a:r>
              <a:rPr lang="en-US" dirty="0">
                <a:latin typeface="Arial"/>
                <a:ea typeface="+mn-lt"/>
                <a:cs typeface="+mn-lt"/>
              </a:rPr>
              <a:t>α και </a:t>
            </a:r>
            <a:r>
              <a:rPr lang="en-US" dirty="0" err="1">
                <a:latin typeface="Arial"/>
                <a:ea typeface="+mn-lt"/>
                <a:cs typeface="+mn-lt"/>
              </a:rPr>
              <a:t>έγκ</a:t>
            </a:r>
            <a:r>
              <a:rPr lang="en-US" dirty="0">
                <a:latin typeface="Arial"/>
                <a:ea typeface="+mn-lt"/>
                <a:cs typeface="+mn-lt"/>
              </a:rPr>
              <a:t>α</a:t>
            </a:r>
            <a:r>
              <a:rPr lang="en-US" dirty="0" err="1">
                <a:latin typeface="Arial"/>
                <a:ea typeface="+mn-lt"/>
                <a:cs typeface="+mn-lt"/>
              </a:rPr>
              <a:t>ιρη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+mn-lt"/>
              </a:rPr>
              <a:t>ενημέρωση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  <a:endParaRPr lang="en-US">
              <a:solidFill>
                <a:srgbClr val="000000">
                  <a:alpha val="60000"/>
                </a:srgbClr>
              </a:solidFill>
              <a:latin typeface="Arial"/>
              <a:cs typeface="Arial"/>
            </a:endParaRPr>
          </a:p>
          <a:p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3D5E64C8-F978-6B8B-5E72-F64430B595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92" r="15113" b="-6"/>
          <a:stretch>
            <a:fillRect/>
          </a:stretch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5448586-59D5-B5A1-4FBB-36F25E176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9575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726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2F21FB-F6E0-CB7E-47D7-90DE044E6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0BC27C3-4DF5-7E7C-D719-B41C6B168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AB88DD-894A-3973-F1A8-E76D9B9FCA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6493" y="2838968"/>
            <a:ext cx="8384262" cy="41562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b="1">
                <a:solidFill>
                  <a:srgbClr val="000000">
                    <a:alpha val="60000"/>
                  </a:srgbClr>
                </a:solidFill>
                <a:latin typeface="Arial"/>
                <a:cs typeface="Arial"/>
              </a:rPr>
              <a:t>ΕΥΧΑΡΙΣΤΩ</a:t>
            </a:r>
          </a:p>
          <a:p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9750669C-3F4E-1F35-D0FD-2B8FFF249C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92" r="15113" b="-6"/>
          <a:stretch>
            <a:fillRect/>
          </a:stretch>
        </p:blipFill>
        <p:spPr>
          <a:xfrm>
            <a:off x="20" y="10"/>
            <a:ext cx="4257245" cy="685798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770A2A-A71E-E545-96F4-7347C53FB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9575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25470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FrostyVTI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134</cp:revision>
  <dcterms:created xsi:type="dcterms:W3CDTF">2025-12-20T15:16:59Z</dcterms:created>
  <dcterms:modified xsi:type="dcterms:W3CDTF">2025-12-20T16:02:43Z</dcterms:modified>
</cp:coreProperties>
</file>