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3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0" r:id="rId1"/>
    <p:sldMasterId id="2147483920" r:id="rId2"/>
    <p:sldMasterId id="2147484186" r:id="rId3"/>
  </p:sldMasterIdLst>
  <p:notesMasterIdLst>
    <p:notesMasterId r:id="rId31"/>
  </p:notesMasterIdLst>
  <p:handoutMasterIdLst>
    <p:handoutMasterId r:id="rId32"/>
  </p:handoutMasterIdLst>
  <p:sldIdLst>
    <p:sldId id="293" r:id="rId4"/>
    <p:sldId id="262" r:id="rId5"/>
    <p:sldId id="261" r:id="rId6"/>
    <p:sldId id="263" r:id="rId7"/>
    <p:sldId id="264" r:id="rId8"/>
    <p:sldId id="283" r:id="rId9"/>
    <p:sldId id="266" r:id="rId10"/>
    <p:sldId id="294" r:id="rId11"/>
    <p:sldId id="267" r:id="rId12"/>
    <p:sldId id="288" r:id="rId13"/>
    <p:sldId id="268" r:id="rId14"/>
    <p:sldId id="285" r:id="rId15"/>
    <p:sldId id="277" r:id="rId16"/>
    <p:sldId id="290" r:id="rId17"/>
    <p:sldId id="287" r:id="rId18"/>
    <p:sldId id="284" r:id="rId19"/>
    <p:sldId id="281" r:id="rId20"/>
    <p:sldId id="282" r:id="rId21"/>
    <p:sldId id="269" r:id="rId22"/>
    <p:sldId id="270" r:id="rId23"/>
    <p:sldId id="295" r:id="rId24"/>
    <p:sldId id="273" r:id="rId25"/>
    <p:sldId id="292" r:id="rId26"/>
    <p:sldId id="291" r:id="rId27"/>
    <p:sldId id="274" r:id="rId28"/>
    <p:sldId id="275" r:id="rId29"/>
    <p:sldId id="278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4DDC6"/>
    <a:srgbClr val="0064A6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42" autoAdjust="0"/>
    <p:restoredTop sz="72741" autoAdjust="0"/>
  </p:normalViewPr>
  <p:slideViewPr>
    <p:cSldViewPr snapToGrid="0">
      <p:cViewPr varScale="1">
        <p:scale>
          <a:sx n="80" d="100"/>
          <a:sy n="80" d="100"/>
        </p:scale>
        <p:origin x="40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theme" Target="theme/theme1.xml"/><Relationship Id="rId8" Type="http://schemas.openxmlformats.org/officeDocument/2006/relationships/slide" Target="slides/slide5.xml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_rels/drawing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C11B4F-0088-4D1B-8141-E0C68BA168D2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0F60E14-A05A-461C-B90C-72FA68388DF6}">
      <dgm:prSet/>
      <dgm:spPr/>
      <dgm:t>
        <a:bodyPr/>
        <a:lstStyle/>
        <a:p>
          <a:r>
            <a:rPr lang="el-GR" b="0" i="0" dirty="0"/>
            <a:t>Εισαγωγή στην Εταιρεία.</a:t>
          </a:r>
          <a:endParaRPr lang="en-US" dirty="0"/>
        </a:p>
      </dgm:t>
    </dgm:pt>
    <dgm:pt modelId="{14EA4082-A2A7-43B0-A881-C321E263BBDC}" type="parTrans" cxnId="{9CA345A2-8A96-4237-B730-5CDD138F7B8E}">
      <dgm:prSet/>
      <dgm:spPr/>
      <dgm:t>
        <a:bodyPr/>
        <a:lstStyle/>
        <a:p>
          <a:endParaRPr lang="en-US"/>
        </a:p>
      </dgm:t>
    </dgm:pt>
    <dgm:pt modelId="{2A64DDAF-24EB-4FA6-84B9-D058F9F601E6}" type="sibTrans" cxnId="{9CA345A2-8A96-4237-B730-5CDD138F7B8E}">
      <dgm:prSet/>
      <dgm:spPr/>
      <dgm:t>
        <a:bodyPr/>
        <a:lstStyle/>
        <a:p>
          <a:endParaRPr lang="en-US"/>
        </a:p>
      </dgm:t>
    </dgm:pt>
    <dgm:pt modelId="{B5C7AD94-9201-4036-B4BB-79E0A640E1F3}">
      <dgm:prSet/>
      <dgm:spPr/>
      <dgm:t>
        <a:bodyPr/>
        <a:lstStyle/>
        <a:p>
          <a:r>
            <a:rPr lang="el-GR" b="0" i="0" dirty="0"/>
            <a:t>Προετοιμασία </a:t>
          </a:r>
          <a:r>
            <a:rPr lang="el-GR" b="0" i="0" dirty="0" err="1"/>
            <a:t>Dataset</a:t>
          </a:r>
          <a:r>
            <a:rPr lang="el-GR" b="0" i="0" dirty="0"/>
            <a:t>.</a:t>
          </a:r>
          <a:endParaRPr lang="en-US" dirty="0"/>
        </a:p>
      </dgm:t>
    </dgm:pt>
    <dgm:pt modelId="{2A636BC1-7963-423D-ACD0-319F6645138E}" type="parTrans" cxnId="{7E50CEAE-A044-4857-8295-4E149B8F63D0}">
      <dgm:prSet/>
      <dgm:spPr/>
      <dgm:t>
        <a:bodyPr/>
        <a:lstStyle/>
        <a:p>
          <a:endParaRPr lang="en-US"/>
        </a:p>
      </dgm:t>
    </dgm:pt>
    <dgm:pt modelId="{BF0A247D-5A83-4361-8520-05B11EC8BE54}" type="sibTrans" cxnId="{7E50CEAE-A044-4857-8295-4E149B8F63D0}">
      <dgm:prSet/>
      <dgm:spPr/>
      <dgm:t>
        <a:bodyPr/>
        <a:lstStyle/>
        <a:p>
          <a:endParaRPr lang="en-US"/>
        </a:p>
      </dgm:t>
    </dgm:pt>
    <dgm:pt modelId="{5F9EAA9B-575F-4D01-8C67-E7821C2F1EDB}">
      <dgm:prSet/>
      <dgm:spPr/>
      <dgm:t>
        <a:bodyPr/>
        <a:lstStyle/>
        <a:p>
          <a:r>
            <a:rPr lang="el-GR" b="0" i="0" dirty="0" err="1"/>
            <a:t>Μοντελοποίηση</a:t>
          </a:r>
          <a:r>
            <a:rPr lang="el-GR" b="0" i="0" dirty="0"/>
            <a:t> και Συσχετίσεις.</a:t>
          </a:r>
          <a:endParaRPr lang="en-US" dirty="0"/>
        </a:p>
      </dgm:t>
    </dgm:pt>
    <dgm:pt modelId="{CB10D9CA-FAA6-4B18-A152-0A87DC083D63}" type="parTrans" cxnId="{C651A465-B367-4A15-91D4-C38F1D296BFE}">
      <dgm:prSet/>
      <dgm:spPr/>
      <dgm:t>
        <a:bodyPr/>
        <a:lstStyle/>
        <a:p>
          <a:endParaRPr lang="en-US"/>
        </a:p>
      </dgm:t>
    </dgm:pt>
    <dgm:pt modelId="{C0D68195-BFA5-479C-990C-D1BD2C4E1619}" type="sibTrans" cxnId="{C651A465-B367-4A15-91D4-C38F1D296BFE}">
      <dgm:prSet/>
      <dgm:spPr/>
      <dgm:t>
        <a:bodyPr/>
        <a:lstStyle/>
        <a:p>
          <a:endParaRPr lang="en-US"/>
        </a:p>
      </dgm:t>
    </dgm:pt>
    <dgm:pt modelId="{B70F67EB-1CBB-4804-A270-50FF586EDF1E}">
      <dgm:prSet/>
      <dgm:spPr/>
      <dgm:t>
        <a:bodyPr/>
        <a:lstStyle/>
        <a:p>
          <a:r>
            <a:rPr lang="el-GR" b="0" i="0" dirty="0"/>
            <a:t>Περιγραφικά Στατιστικά: Κέρδος και Εκπτώσεις.</a:t>
          </a:r>
          <a:endParaRPr lang="en-US" dirty="0"/>
        </a:p>
      </dgm:t>
    </dgm:pt>
    <dgm:pt modelId="{D22B5690-3034-42FB-A303-32F396285BE8}" type="parTrans" cxnId="{FBB9E095-7AAB-40A4-A3C3-E9E1E783051A}">
      <dgm:prSet/>
      <dgm:spPr/>
      <dgm:t>
        <a:bodyPr/>
        <a:lstStyle/>
        <a:p>
          <a:endParaRPr lang="en-US"/>
        </a:p>
      </dgm:t>
    </dgm:pt>
    <dgm:pt modelId="{723B678A-C636-47DA-A85C-8E0FEAFBC92E}" type="sibTrans" cxnId="{FBB9E095-7AAB-40A4-A3C3-E9E1E783051A}">
      <dgm:prSet/>
      <dgm:spPr/>
      <dgm:t>
        <a:bodyPr/>
        <a:lstStyle/>
        <a:p>
          <a:endParaRPr lang="en-US"/>
        </a:p>
      </dgm:t>
    </dgm:pt>
    <dgm:pt modelId="{5DB89A27-3BA4-4D7F-8BDE-8585F5815610}">
      <dgm:prSet/>
      <dgm:spPr/>
      <dgm:t>
        <a:bodyPr/>
        <a:lstStyle/>
        <a:p>
          <a:r>
            <a:rPr lang="el-GR" b="0" i="0" dirty="0" err="1"/>
            <a:t>Dashboards</a:t>
          </a:r>
          <a:r>
            <a:rPr lang="el-GR" b="0" i="0" dirty="0"/>
            <a:t> Πωλήσεων και Κερδών.</a:t>
          </a:r>
          <a:endParaRPr lang="en-US" dirty="0"/>
        </a:p>
      </dgm:t>
    </dgm:pt>
    <dgm:pt modelId="{9B10D517-EB3E-492D-9A4F-05E133D70A68}" type="parTrans" cxnId="{D35B6557-9415-4B93-846B-A8D185F19D46}">
      <dgm:prSet/>
      <dgm:spPr/>
      <dgm:t>
        <a:bodyPr/>
        <a:lstStyle/>
        <a:p>
          <a:endParaRPr lang="en-US"/>
        </a:p>
      </dgm:t>
    </dgm:pt>
    <dgm:pt modelId="{A5F5F31C-472C-4029-B38F-8DC863BC0196}" type="sibTrans" cxnId="{D35B6557-9415-4B93-846B-A8D185F19D46}">
      <dgm:prSet/>
      <dgm:spPr/>
      <dgm:t>
        <a:bodyPr/>
        <a:lstStyle/>
        <a:p>
          <a:endParaRPr lang="en-US"/>
        </a:p>
      </dgm:t>
    </dgm:pt>
    <dgm:pt modelId="{9196446F-D79B-42F2-99C1-5D51D886F2BA}">
      <dgm:prSet/>
      <dgm:spPr/>
      <dgm:t>
        <a:bodyPr/>
        <a:lstStyle/>
        <a:p>
          <a:r>
            <a:rPr lang="el-GR" b="0" i="0" dirty="0"/>
            <a:t>Κατακερματισμός Πελατών σε κατηγορίες.</a:t>
          </a:r>
        </a:p>
        <a:p>
          <a:r>
            <a:rPr lang="el-GR" b="0" i="0" dirty="0"/>
            <a:t> </a:t>
          </a:r>
          <a:endParaRPr lang="en-US" dirty="0"/>
        </a:p>
      </dgm:t>
    </dgm:pt>
    <dgm:pt modelId="{677A7B3B-ACF6-4A18-A019-FEFCB6C03E54}" type="parTrans" cxnId="{58E5D6FD-5FC5-4DA7-A3DC-4E0D1BD327FB}">
      <dgm:prSet/>
      <dgm:spPr/>
      <dgm:t>
        <a:bodyPr/>
        <a:lstStyle/>
        <a:p>
          <a:endParaRPr lang="en-US"/>
        </a:p>
      </dgm:t>
    </dgm:pt>
    <dgm:pt modelId="{56E02420-5C4E-4CBC-8D29-9419105243A9}" type="sibTrans" cxnId="{58E5D6FD-5FC5-4DA7-A3DC-4E0D1BD327FB}">
      <dgm:prSet/>
      <dgm:spPr/>
      <dgm:t>
        <a:bodyPr/>
        <a:lstStyle/>
        <a:p>
          <a:endParaRPr lang="en-US"/>
        </a:p>
      </dgm:t>
    </dgm:pt>
    <dgm:pt modelId="{346E7A5A-B859-48F8-95C2-898DD3EDCBB8}">
      <dgm:prSet/>
      <dgm:spPr/>
      <dgm:t>
        <a:bodyPr/>
        <a:lstStyle/>
        <a:p>
          <a:r>
            <a:rPr lang="el-GR" b="0" i="0" dirty="0"/>
            <a:t>Συστάσεις και Συμπεράσματα.</a:t>
          </a:r>
          <a:endParaRPr lang="en-US" dirty="0"/>
        </a:p>
      </dgm:t>
    </dgm:pt>
    <dgm:pt modelId="{6B18FAE3-3300-48E2-95B8-3C4B633FC89A}" type="parTrans" cxnId="{744BB8A9-F68D-4060-BD18-16C5617152B0}">
      <dgm:prSet/>
      <dgm:spPr/>
      <dgm:t>
        <a:bodyPr/>
        <a:lstStyle/>
        <a:p>
          <a:endParaRPr lang="en-US"/>
        </a:p>
      </dgm:t>
    </dgm:pt>
    <dgm:pt modelId="{1923DBC0-5ABF-4F15-B250-06E98E93AAAB}" type="sibTrans" cxnId="{744BB8A9-F68D-4060-BD18-16C5617152B0}">
      <dgm:prSet/>
      <dgm:spPr/>
      <dgm:t>
        <a:bodyPr/>
        <a:lstStyle/>
        <a:p>
          <a:endParaRPr lang="en-US"/>
        </a:p>
      </dgm:t>
    </dgm:pt>
    <dgm:pt modelId="{50340866-40F6-4648-826F-2EF387AD141A}">
      <dgm:prSet/>
      <dgm:spPr/>
      <dgm:t>
        <a:bodyPr/>
        <a:lstStyle/>
        <a:p>
          <a:r>
            <a:rPr lang="el-GR" b="0" i="0" dirty="0"/>
            <a:t>Ερωτήσεις.</a:t>
          </a:r>
          <a:endParaRPr lang="en-US" dirty="0"/>
        </a:p>
      </dgm:t>
    </dgm:pt>
    <dgm:pt modelId="{2BCCB378-B534-4813-ABCD-2A05D1122690}" type="parTrans" cxnId="{0D23D9C7-75F1-404B-A6AE-CC12B842496D}">
      <dgm:prSet/>
      <dgm:spPr/>
      <dgm:t>
        <a:bodyPr/>
        <a:lstStyle/>
        <a:p>
          <a:endParaRPr lang="en-US"/>
        </a:p>
      </dgm:t>
    </dgm:pt>
    <dgm:pt modelId="{295EC679-6751-4224-88C1-D2989FB3FBB4}" type="sibTrans" cxnId="{0D23D9C7-75F1-404B-A6AE-CC12B842496D}">
      <dgm:prSet/>
      <dgm:spPr/>
      <dgm:t>
        <a:bodyPr/>
        <a:lstStyle/>
        <a:p>
          <a:endParaRPr lang="en-US"/>
        </a:p>
      </dgm:t>
    </dgm:pt>
    <dgm:pt modelId="{FCDB92EE-C6C6-1841-83CB-10D36F790049}">
      <dgm:prSet/>
      <dgm:spPr/>
      <dgm:t>
        <a:bodyPr/>
        <a:lstStyle/>
        <a:p>
          <a:endParaRPr lang="el-GR"/>
        </a:p>
      </dgm:t>
    </dgm:pt>
    <dgm:pt modelId="{CD93D53C-3810-F04C-9C3F-0F174DA07D05}" type="parTrans" cxnId="{EACD7BFB-E547-C744-9E4F-2E336A4215C3}">
      <dgm:prSet/>
      <dgm:spPr/>
      <dgm:t>
        <a:bodyPr/>
        <a:lstStyle/>
        <a:p>
          <a:endParaRPr lang="el-GR"/>
        </a:p>
      </dgm:t>
    </dgm:pt>
    <dgm:pt modelId="{4473CFE3-E9C4-524A-B7A4-30B5234729A1}" type="sibTrans" cxnId="{EACD7BFB-E547-C744-9E4F-2E336A4215C3}">
      <dgm:prSet/>
      <dgm:spPr/>
      <dgm:t>
        <a:bodyPr/>
        <a:lstStyle/>
        <a:p>
          <a:endParaRPr lang="el-GR"/>
        </a:p>
      </dgm:t>
    </dgm:pt>
    <dgm:pt modelId="{2EB76F11-DEEF-4D46-8E87-1CD6402DAE18}">
      <dgm:prSet/>
      <dgm:spPr/>
      <dgm:t>
        <a:bodyPr/>
        <a:lstStyle/>
        <a:p>
          <a:r>
            <a:rPr lang="el-GR" b="0" i="0"/>
            <a:t>Αγοραστική Δύναμη Νοικοκυριού</a:t>
          </a:r>
          <a:endParaRPr lang="el-GR"/>
        </a:p>
      </dgm:t>
    </dgm:pt>
    <dgm:pt modelId="{EE38FACC-A997-D141-A8AB-2ED2AF7DEA14}" type="parTrans" cxnId="{E29F13FD-D0F8-3E46-9D8D-0040C5A6EFBA}">
      <dgm:prSet/>
      <dgm:spPr/>
      <dgm:t>
        <a:bodyPr/>
        <a:lstStyle/>
        <a:p>
          <a:endParaRPr lang="el-GR"/>
        </a:p>
      </dgm:t>
    </dgm:pt>
    <dgm:pt modelId="{5C63AA7F-3E1B-5149-B79A-95E9DCA47382}" type="sibTrans" cxnId="{E29F13FD-D0F8-3E46-9D8D-0040C5A6EFBA}">
      <dgm:prSet/>
      <dgm:spPr/>
      <dgm:t>
        <a:bodyPr/>
        <a:lstStyle/>
        <a:p>
          <a:endParaRPr lang="el-GR"/>
        </a:p>
      </dgm:t>
    </dgm:pt>
    <dgm:pt modelId="{0D85FB8B-FEDF-1044-92B1-0DA339ABB04B}" type="pres">
      <dgm:prSet presAssocID="{38C11B4F-0088-4D1B-8141-E0C68BA168D2}" presName="vert0" presStyleCnt="0">
        <dgm:presLayoutVars>
          <dgm:dir/>
          <dgm:animOne val="branch"/>
          <dgm:animLvl val="lvl"/>
        </dgm:presLayoutVars>
      </dgm:prSet>
      <dgm:spPr/>
    </dgm:pt>
    <dgm:pt modelId="{24CC8097-3B53-BF46-BAEA-62E471E5750A}" type="pres">
      <dgm:prSet presAssocID="{C0F60E14-A05A-461C-B90C-72FA68388DF6}" presName="thickLine" presStyleLbl="alignNode1" presStyleIdx="0" presStyleCnt="10"/>
      <dgm:spPr/>
    </dgm:pt>
    <dgm:pt modelId="{8D7C0C7E-62EF-8744-8924-524FFB518D35}" type="pres">
      <dgm:prSet presAssocID="{C0F60E14-A05A-461C-B90C-72FA68388DF6}" presName="horz1" presStyleCnt="0"/>
      <dgm:spPr/>
    </dgm:pt>
    <dgm:pt modelId="{2DED9FE5-AD52-3947-AC67-E768AB5B83F2}" type="pres">
      <dgm:prSet presAssocID="{C0F60E14-A05A-461C-B90C-72FA68388DF6}" presName="tx1" presStyleLbl="revTx" presStyleIdx="0" presStyleCnt="10"/>
      <dgm:spPr/>
    </dgm:pt>
    <dgm:pt modelId="{E93399F6-2C65-6940-A760-93A01D35EE65}" type="pres">
      <dgm:prSet presAssocID="{C0F60E14-A05A-461C-B90C-72FA68388DF6}" presName="vert1" presStyleCnt="0"/>
      <dgm:spPr/>
    </dgm:pt>
    <dgm:pt modelId="{9E40553B-B512-674E-B1E7-9951819793A5}" type="pres">
      <dgm:prSet presAssocID="{B5C7AD94-9201-4036-B4BB-79E0A640E1F3}" presName="thickLine" presStyleLbl="alignNode1" presStyleIdx="1" presStyleCnt="10"/>
      <dgm:spPr/>
    </dgm:pt>
    <dgm:pt modelId="{D4FE1AD6-9C74-FE45-86AB-397E528FC930}" type="pres">
      <dgm:prSet presAssocID="{B5C7AD94-9201-4036-B4BB-79E0A640E1F3}" presName="horz1" presStyleCnt="0"/>
      <dgm:spPr/>
    </dgm:pt>
    <dgm:pt modelId="{7272CED0-12F2-AF42-8C0C-5B7CD478D48B}" type="pres">
      <dgm:prSet presAssocID="{B5C7AD94-9201-4036-B4BB-79E0A640E1F3}" presName="tx1" presStyleLbl="revTx" presStyleIdx="1" presStyleCnt="10"/>
      <dgm:spPr/>
    </dgm:pt>
    <dgm:pt modelId="{DE4CA937-2AD9-F44A-AAAB-D68149B3CF8F}" type="pres">
      <dgm:prSet presAssocID="{B5C7AD94-9201-4036-B4BB-79E0A640E1F3}" presName="vert1" presStyleCnt="0"/>
      <dgm:spPr/>
    </dgm:pt>
    <dgm:pt modelId="{2B4065A7-1694-B24C-B12B-ED7199D5A9F6}" type="pres">
      <dgm:prSet presAssocID="{5F9EAA9B-575F-4D01-8C67-E7821C2F1EDB}" presName="thickLine" presStyleLbl="alignNode1" presStyleIdx="2" presStyleCnt="10"/>
      <dgm:spPr/>
    </dgm:pt>
    <dgm:pt modelId="{405F9CB1-B0EB-9B43-83C0-C752C023288B}" type="pres">
      <dgm:prSet presAssocID="{5F9EAA9B-575F-4D01-8C67-E7821C2F1EDB}" presName="horz1" presStyleCnt="0"/>
      <dgm:spPr/>
    </dgm:pt>
    <dgm:pt modelId="{AE40D458-E52B-7146-86B9-693AF035CDE3}" type="pres">
      <dgm:prSet presAssocID="{5F9EAA9B-575F-4D01-8C67-E7821C2F1EDB}" presName="tx1" presStyleLbl="revTx" presStyleIdx="2" presStyleCnt="10"/>
      <dgm:spPr/>
    </dgm:pt>
    <dgm:pt modelId="{AA45083D-85C5-2C4F-BE4B-4DC51E5E5803}" type="pres">
      <dgm:prSet presAssocID="{5F9EAA9B-575F-4D01-8C67-E7821C2F1EDB}" presName="vert1" presStyleCnt="0"/>
      <dgm:spPr/>
    </dgm:pt>
    <dgm:pt modelId="{93592933-BDF2-8744-85DA-050F5D7E5F70}" type="pres">
      <dgm:prSet presAssocID="{B70F67EB-1CBB-4804-A270-50FF586EDF1E}" presName="thickLine" presStyleLbl="alignNode1" presStyleIdx="3" presStyleCnt="10"/>
      <dgm:spPr/>
    </dgm:pt>
    <dgm:pt modelId="{CF539DE9-BD1D-BF4E-856A-17C955F40FF7}" type="pres">
      <dgm:prSet presAssocID="{B70F67EB-1CBB-4804-A270-50FF586EDF1E}" presName="horz1" presStyleCnt="0"/>
      <dgm:spPr/>
    </dgm:pt>
    <dgm:pt modelId="{27A7B4C8-2A06-BA45-9A72-938D02AC4431}" type="pres">
      <dgm:prSet presAssocID="{B70F67EB-1CBB-4804-A270-50FF586EDF1E}" presName="tx1" presStyleLbl="revTx" presStyleIdx="3" presStyleCnt="10"/>
      <dgm:spPr/>
    </dgm:pt>
    <dgm:pt modelId="{10513D93-6143-4D49-AE15-2B13E19DB1F2}" type="pres">
      <dgm:prSet presAssocID="{B70F67EB-1CBB-4804-A270-50FF586EDF1E}" presName="vert1" presStyleCnt="0"/>
      <dgm:spPr/>
    </dgm:pt>
    <dgm:pt modelId="{E8B503EA-26DF-7D4B-B2DE-D0D0C61F49FE}" type="pres">
      <dgm:prSet presAssocID="{5DB89A27-3BA4-4D7F-8BDE-8585F5815610}" presName="thickLine" presStyleLbl="alignNode1" presStyleIdx="4" presStyleCnt="10"/>
      <dgm:spPr/>
    </dgm:pt>
    <dgm:pt modelId="{D639B441-B448-9A4D-9B8A-6B85627E9E90}" type="pres">
      <dgm:prSet presAssocID="{5DB89A27-3BA4-4D7F-8BDE-8585F5815610}" presName="horz1" presStyleCnt="0"/>
      <dgm:spPr/>
    </dgm:pt>
    <dgm:pt modelId="{E5358DBF-1D4D-4A41-BBB9-5D08880F2692}" type="pres">
      <dgm:prSet presAssocID="{5DB89A27-3BA4-4D7F-8BDE-8585F5815610}" presName="tx1" presStyleLbl="revTx" presStyleIdx="4" presStyleCnt="10"/>
      <dgm:spPr/>
    </dgm:pt>
    <dgm:pt modelId="{3E79DD66-80DF-6D4E-ABA6-5FC7291B92D5}" type="pres">
      <dgm:prSet presAssocID="{5DB89A27-3BA4-4D7F-8BDE-8585F5815610}" presName="vert1" presStyleCnt="0"/>
      <dgm:spPr/>
    </dgm:pt>
    <dgm:pt modelId="{F10921C1-66C7-1341-9256-9535BB8F708B}" type="pres">
      <dgm:prSet presAssocID="{9196446F-D79B-42F2-99C1-5D51D886F2BA}" presName="thickLine" presStyleLbl="alignNode1" presStyleIdx="5" presStyleCnt="10"/>
      <dgm:spPr/>
    </dgm:pt>
    <dgm:pt modelId="{B005F3E0-AD91-C24E-80AE-3569312F5B3B}" type="pres">
      <dgm:prSet presAssocID="{9196446F-D79B-42F2-99C1-5D51D886F2BA}" presName="horz1" presStyleCnt="0"/>
      <dgm:spPr/>
    </dgm:pt>
    <dgm:pt modelId="{A05CE42C-1824-8E40-80EA-24D0C2DE01CC}" type="pres">
      <dgm:prSet presAssocID="{9196446F-D79B-42F2-99C1-5D51D886F2BA}" presName="tx1" presStyleLbl="revTx" presStyleIdx="5" presStyleCnt="10"/>
      <dgm:spPr/>
    </dgm:pt>
    <dgm:pt modelId="{03EAC6AE-2063-B446-B36F-6FF2350267E3}" type="pres">
      <dgm:prSet presAssocID="{9196446F-D79B-42F2-99C1-5D51D886F2BA}" presName="vert1" presStyleCnt="0"/>
      <dgm:spPr/>
    </dgm:pt>
    <dgm:pt modelId="{6FB501B0-ECEF-8744-8FEF-FD4CD1CCBDB5}" type="pres">
      <dgm:prSet presAssocID="{FCDB92EE-C6C6-1841-83CB-10D36F790049}" presName="thickLine" presStyleLbl="alignNode1" presStyleIdx="6" presStyleCnt="10"/>
      <dgm:spPr/>
    </dgm:pt>
    <dgm:pt modelId="{A835D148-7D01-7045-A8CA-F1CFD099DA62}" type="pres">
      <dgm:prSet presAssocID="{FCDB92EE-C6C6-1841-83CB-10D36F790049}" presName="horz1" presStyleCnt="0"/>
      <dgm:spPr/>
    </dgm:pt>
    <dgm:pt modelId="{41E5648E-718D-644C-8DED-5E323C45A923}" type="pres">
      <dgm:prSet presAssocID="{FCDB92EE-C6C6-1841-83CB-10D36F790049}" presName="tx1" presStyleLbl="revTx" presStyleIdx="6" presStyleCnt="10"/>
      <dgm:spPr/>
    </dgm:pt>
    <dgm:pt modelId="{F93172B2-A3EC-114D-9D77-7FDE413FE317}" type="pres">
      <dgm:prSet presAssocID="{FCDB92EE-C6C6-1841-83CB-10D36F790049}" presName="vert1" presStyleCnt="0"/>
      <dgm:spPr/>
    </dgm:pt>
    <dgm:pt modelId="{D1FDC6E2-DBC3-D440-BCF5-94AB5BE7523D}" type="pres">
      <dgm:prSet presAssocID="{346E7A5A-B859-48F8-95C2-898DD3EDCBB8}" presName="thickLine" presStyleLbl="alignNode1" presStyleIdx="7" presStyleCnt="10"/>
      <dgm:spPr/>
    </dgm:pt>
    <dgm:pt modelId="{3D317ACE-BC96-F842-8757-C5AAB4935562}" type="pres">
      <dgm:prSet presAssocID="{346E7A5A-B859-48F8-95C2-898DD3EDCBB8}" presName="horz1" presStyleCnt="0"/>
      <dgm:spPr/>
    </dgm:pt>
    <dgm:pt modelId="{2A80F756-42A0-5F42-B21B-025F3A295A2A}" type="pres">
      <dgm:prSet presAssocID="{346E7A5A-B859-48F8-95C2-898DD3EDCBB8}" presName="tx1" presStyleLbl="revTx" presStyleIdx="7" presStyleCnt="10"/>
      <dgm:spPr/>
    </dgm:pt>
    <dgm:pt modelId="{4A5D3A75-0F01-4649-9D13-A779C0156129}" type="pres">
      <dgm:prSet presAssocID="{346E7A5A-B859-48F8-95C2-898DD3EDCBB8}" presName="vert1" presStyleCnt="0"/>
      <dgm:spPr/>
    </dgm:pt>
    <dgm:pt modelId="{D7A9247D-303B-BA47-BEF5-0F0AD2AABCF7}" type="pres">
      <dgm:prSet presAssocID="{50340866-40F6-4648-826F-2EF387AD141A}" presName="thickLine" presStyleLbl="alignNode1" presStyleIdx="8" presStyleCnt="10"/>
      <dgm:spPr/>
    </dgm:pt>
    <dgm:pt modelId="{E64B9511-7D3D-8347-8B95-0E304ECA6A3E}" type="pres">
      <dgm:prSet presAssocID="{50340866-40F6-4648-826F-2EF387AD141A}" presName="horz1" presStyleCnt="0"/>
      <dgm:spPr/>
    </dgm:pt>
    <dgm:pt modelId="{E06720EF-28D7-544E-99D0-04A483E62CB4}" type="pres">
      <dgm:prSet presAssocID="{50340866-40F6-4648-826F-2EF387AD141A}" presName="tx1" presStyleLbl="revTx" presStyleIdx="8" presStyleCnt="10"/>
      <dgm:spPr/>
    </dgm:pt>
    <dgm:pt modelId="{93CDDB09-D719-D44C-986C-616A4833EBFF}" type="pres">
      <dgm:prSet presAssocID="{50340866-40F6-4648-826F-2EF387AD141A}" presName="vert1" presStyleCnt="0"/>
      <dgm:spPr/>
    </dgm:pt>
    <dgm:pt modelId="{336D30C1-3509-F945-8D68-9443951B17E8}" type="pres">
      <dgm:prSet presAssocID="{2EB76F11-DEEF-4D46-8E87-1CD6402DAE18}" presName="thickLine" presStyleLbl="alignNode1" presStyleIdx="9" presStyleCnt="10"/>
      <dgm:spPr/>
    </dgm:pt>
    <dgm:pt modelId="{5632509A-2A93-3B4D-A2A4-26AD89AF5297}" type="pres">
      <dgm:prSet presAssocID="{2EB76F11-DEEF-4D46-8E87-1CD6402DAE18}" presName="horz1" presStyleCnt="0"/>
      <dgm:spPr/>
    </dgm:pt>
    <dgm:pt modelId="{CE96B65A-620F-894E-9156-FABFD4060ABD}" type="pres">
      <dgm:prSet presAssocID="{2EB76F11-DEEF-4D46-8E87-1CD6402DAE18}" presName="tx1" presStyleLbl="revTx" presStyleIdx="9" presStyleCnt="10" custLinFactY="-104234" custLinFactNeighborX="-387" custLinFactNeighborY="-200000"/>
      <dgm:spPr/>
    </dgm:pt>
    <dgm:pt modelId="{7BD47E8C-4026-2942-95C2-E9BEB71EF4A7}" type="pres">
      <dgm:prSet presAssocID="{2EB76F11-DEEF-4D46-8E87-1CD6402DAE18}" presName="vert1" presStyleCnt="0"/>
      <dgm:spPr/>
    </dgm:pt>
  </dgm:ptLst>
  <dgm:cxnLst>
    <dgm:cxn modelId="{42036204-75C3-6A46-9BD8-817286DFFA05}" type="presOf" srcId="{2EB76F11-DEEF-4D46-8E87-1CD6402DAE18}" destId="{CE96B65A-620F-894E-9156-FABFD4060ABD}" srcOrd="0" destOrd="0" presId="urn:microsoft.com/office/officeart/2008/layout/LinedList"/>
    <dgm:cxn modelId="{5D7EE106-27BA-E941-A4BA-498A537B09CC}" type="presOf" srcId="{C0F60E14-A05A-461C-B90C-72FA68388DF6}" destId="{2DED9FE5-AD52-3947-AC67-E768AB5B83F2}" srcOrd="0" destOrd="0" presId="urn:microsoft.com/office/officeart/2008/layout/LinedList"/>
    <dgm:cxn modelId="{1173EA14-0399-3948-BAC0-DE0E0A410B51}" type="presOf" srcId="{FCDB92EE-C6C6-1841-83CB-10D36F790049}" destId="{41E5648E-718D-644C-8DED-5E323C45A923}" srcOrd="0" destOrd="0" presId="urn:microsoft.com/office/officeart/2008/layout/LinedList"/>
    <dgm:cxn modelId="{34F1334E-BDAF-7F43-9782-E497FA1E6494}" type="presOf" srcId="{50340866-40F6-4648-826F-2EF387AD141A}" destId="{E06720EF-28D7-544E-99D0-04A483E62CB4}" srcOrd="0" destOrd="0" presId="urn:microsoft.com/office/officeart/2008/layout/LinedList"/>
    <dgm:cxn modelId="{D35B6557-9415-4B93-846B-A8D185F19D46}" srcId="{38C11B4F-0088-4D1B-8141-E0C68BA168D2}" destId="{5DB89A27-3BA4-4D7F-8BDE-8585F5815610}" srcOrd="4" destOrd="0" parTransId="{9B10D517-EB3E-492D-9A4F-05E133D70A68}" sibTransId="{A5F5F31C-472C-4029-B38F-8DC863BC0196}"/>
    <dgm:cxn modelId="{70184F64-B52B-B143-83D1-B29A8C3B0AE8}" type="presOf" srcId="{5DB89A27-3BA4-4D7F-8BDE-8585F5815610}" destId="{E5358DBF-1D4D-4A41-BBB9-5D08880F2692}" srcOrd="0" destOrd="0" presId="urn:microsoft.com/office/officeart/2008/layout/LinedList"/>
    <dgm:cxn modelId="{C651A465-B367-4A15-91D4-C38F1D296BFE}" srcId="{38C11B4F-0088-4D1B-8141-E0C68BA168D2}" destId="{5F9EAA9B-575F-4D01-8C67-E7821C2F1EDB}" srcOrd="2" destOrd="0" parTransId="{CB10D9CA-FAA6-4B18-A152-0A87DC083D63}" sibTransId="{C0D68195-BFA5-479C-990C-D1BD2C4E1619}"/>
    <dgm:cxn modelId="{486DFB87-B1C5-754D-B1E0-9BA37A412C62}" type="presOf" srcId="{346E7A5A-B859-48F8-95C2-898DD3EDCBB8}" destId="{2A80F756-42A0-5F42-B21B-025F3A295A2A}" srcOrd="0" destOrd="0" presId="urn:microsoft.com/office/officeart/2008/layout/LinedList"/>
    <dgm:cxn modelId="{FBB9E095-7AAB-40A4-A3C3-E9E1E783051A}" srcId="{38C11B4F-0088-4D1B-8141-E0C68BA168D2}" destId="{B70F67EB-1CBB-4804-A270-50FF586EDF1E}" srcOrd="3" destOrd="0" parTransId="{D22B5690-3034-42FB-A303-32F396285BE8}" sibTransId="{723B678A-C636-47DA-A85C-8E0FEAFBC92E}"/>
    <dgm:cxn modelId="{9CA345A2-8A96-4237-B730-5CDD138F7B8E}" srcId="{38C11B4F-0088-4D1B-8141-E0C68BA168D2}" destId="{C0F60E14-A05A-461C-B90C-72FA68388DF6}" srcOrd="0" destOrd="0" parTransId="{14EA4082-A2A7-43B0-A881-C321E263BBDC}" sibTransId="{2A64DDAF-24EB-4FA6-84B9-D058F9F601E6}"/>
    <dgm:cxn modelId="{744BB8A9-F68D-4060-BD18-16C5617152B0}" srcId="{38C11B4F-0088-4D1B-8141-E0C68BA168D2}" destId="{346E7A5A-B859-48F8-95C2-898DD3EDCBB8}" srcOrd="7" destOrd="0" parTransId="{6B18FAE3-3300-48E2-95B8-3C4B633FC89A}" sibTransId="{1923DBC0-5ABF-4F15-B250-06E98E93AAAB}"/>
    <dgm:cxn modelId="{7E50CEAE-A044-4857-8295-4E149B8F63D0}" srcId="{38C11B4F-0088-4D1B-8141-E0C68BA168D2}" destId="{B5C7AD94-9201-4036-B4BB-79E0A640E1F3}" srcOrd="1" destOrd="0" parTransId="{2A636BC1-7963-423D-ACD0-319F6645138E}" sibTransId="{BF0A247D-5A83-4361-8520-05B11EC8BE54}"/>
    <dgm:cxn modelId="{626F7FB3-B3A4-3D45-A68A-D86202EDAEB7}" type="presOf" srcId="{B5C7AD94-9201-4036-B4BB-79E0A640E1F3}" destId="{7272CED0-12F2-AF42-8C0C-5B7CD478D48B}" srcOrd="0" destOrd="0" presId="urn:microsoft.com/office/officeart/2008/layout/LinedList"/>
    <dgm:cxn modelId="{530158B5-6E5B-F443-8D17-E125AADE6ECC}" type="presOf" srcId="{5F9EAA9B-575F-4D01-8C67-E7821C2F1EDB}" destId="{AE40D458-E52B-7146-86B9-693AF035CDE3}" srcOrd="0" destOrd="0" presId="urn:microsoft.com/office/officeart/2008/layout/LinedList"/>
    <dgm:cxn modelId="{9E5EB0C3-4F72-5F4D-B1E0-A0AFADDBB40F}" type="presOf" srcId="{9196446F-D79B-42F2-99C1-5D51D886F2BA}" destId="{A05CE42C-1824-8E40-80EA-24D0C2DE01CC}" srcOrd="0" destOrd="0" presId="urn:microsoft.com/office/officeart/2008/layout/LinedList"/>
    <dgm:cxn modelId="{FEBE0BC5-A54D-6C4D-B47E-B33F64A15640}" type="presOf" srcId="{B70F67EB-1CBB-4804-A270-50FF586EDF1E}" destId="{27A7B4C8-2A06-BA45-9A72-938D02AC4431}" srcOrd="0" destOrd="0" presId="urn:microsoft.com/office/officeart/2008/layout/LinedList"/>
    <dgm:cxn modelId="{0D23D9C7-75F1-404B-A6AE-CC12B842496D}" srcId="{38C11B4F-0088-4D1B-8141-E0C68BA168D2}" destId="{50340866-40F6-4648-826F-2EF387AD141A}" srcOrd="8" destOrd="0" parTransId="{2BCCB378-B534-4813-ABCD-2A05D1122690}" sibTransId="{295EC679-6751-4224-88C1-D2989FB3FBB4}"/>
    <dgm:cxn modelId="{AD66A9D7-92BC-D840-B425-9FAA41A4E757}" type="presOf" srcId="{38C11B4F-0088-4D1B-8141-E0C68BA168D2}" destId="{0D85FB8B-FEDF-1044-92B1-0DA339ABB04B}" srcOrd="0" destOrd="0" presId="urn:microsoft.com/office/officeart/2008/layout/LinedList"/>
    <dgm:cxn modelId="{EACD7BFB-E547-C744-9E4F-2E336A4215C3}" srcId="{38C11B4F-0088-4D1B-8141-E0C68BA168D2}" destId="{FCDB92EE-C6C6-1841-83CB-10D36F790049}" srcOrd="6" destOrd="0" parTransId="{CD93D53C-3810-F04C-9C3F-0F174DA07D05}" sibTransId="{4473CFE3-E9C4-524A-B7A4-30B5234729A1}"/>
    <dgm:cxn modelId="{E29F13FD-D0F8-3E46-9D8D-0040C5A6EFBA}" srcId="{38C11B4F-0088-4D1B-8141-E0C68BA168D2}" destId="{2EB76F11-DEEF-4D46-8E87-1CD6402DAE18}" srcOrd="9" destOrd="0" parTransId="{EE38FACC-A997-D141-A8AB-2ED2AF7DEA14}" sibTransId="{5C63AA7F-3E1B-5149-B79A-95E9DCA47382}"/>
    <dgm:cxn modelId="{58E5D6FD-5FC5-4DA7-A3DC-4E0D1BD327FB}" srcId="{38C11B4F-0088-4D1B-8141-E0C68BA168D2}" destId="{9196446F-D79B-42F2-99C1-5D51D886F2BA}" srcOrd="5" destOrd="0" parTransId="{677A7B3B-ACF6-4A18-A019-FEFCB6C03E54}" sibTransId="{56E02420-5C4E-4CBC-8D29-9419105243A9}"/>
    <dgm:cxn modelId="{75FF29B4-DAB9-2049-86A2-4C97C5F1BD56}" type="presParOf" srcId="{0D85FB8B-FEDF-1044-92B1-0DA339ABB04B}" destId="{24CC8097-3B53-BF46-BAEA-62E471E5750A}" srcOrd="0" destOrd="0" presId="urn:microsoft.com/office/officeart/2008/layout/LinedList"/>
    <dgm:cxn modelId="{FCDA05F2-EAB5-534E-AB03-40D023124BE2}" type="presParOf" srcId="{0D85FB8B-FEDF-1044-92B1-0DA339ABB04B}" destId="{8D7C0C7E-62EF-8744-8924-524FFB518D35}" srcOrd="1" destOrd="0" presId="urn:microsoft.com/office/officeart/2008/layout/LinedList"/>
    <dgm:cxn modelId="{7EC76664-4030-E741-8D61-D0960085D616}" type="presParOf" srcId="{8D7C0C7E-62EF-8744-8924-524FFB518D35}" destId="{2DED9FE5-AD52-3947-AC67-E768AB5B83F2}" srcOrd="0" destOrd="0" presId="urn:microsoft.com/office/officeart/2008/layout/LinedList"/>
    <dgm:cxn modelId="{8E496957-F7F1-7048-A4EE-8F583032E7E0}" type="presParOf" srcId="{8D7C0C7E-62EF-8744-8924-524FFB518D35}" destId="{E93399F6-2C65-6940-A760-93A01D35EE65}" srcOrd="1" destOrd="0" presId="urn:microsoft.com/office/officeart/2008/layout/LinedList"/>
    <dgm:cxn modelId="{67CC266C-9B0E-F44B-AAEF-D512E6EEFF18}" type="presParOf" srcId="{0D85FB8B-FEDF-1044-92B1-0DA339ABB04B}" destId="{9E40553B-B512-674E-B1E7-9951819793A5}" srcOrd="2" destOrd="0" presId="urn:microsoft.com/office/officeart/2008/layout/LinedList"/>
    <dgm:cxn modelId="{85EFB40E-F372-D04F-8956-3A3F425B86B3}" type="presParOf" srcId="{0D85FB8B-FEDF-1044-92B1-0DA339ABB04B}" destId="{D4FE1AD6-9C74-FE45-86AB-397E528FC930}" srcOrd="3" destOrd="0" presId="urn:microsoft.com/office/officeart/2008/layout/LinedList"/>
    <dgm:cxn modelId="{9E55A710-4FD8-B844-BF41-C9EF090A199F}" type="presParOf" srcId="{D4FE1AD6-9C74-FE45-86AB-397E528FC930}" destId="{7272CED0-12F2-AF42-8C0C-5B7CD478D48B}" srcOrd="0" destOrd="0" presId="urn:microsoft.com/office/officeart/2008/layout/LinedList"/>
    <dgm:cxn modelId="{B308FAEC-9676-3A41-B410-2CD33B6EB590}" type="presParOf" srcId="{D4FE1AD6-9C74-FE45-86AB-397E528FC930}" destId="{DE4CA937-2AD9-F44A-AAAB-D68149B3CF8F}" srcOrd="1" destOrd="0" presId="urn:microsoft.com/office/officeart/2008/layout/LinedList"/>
    <dgm:cxn modelId="{A3DA14C6-0FF8-0746-A673-FEF96723A177}" type="presParOf" srcId="{0D85FB8B-FEDF-1044-92B1-0DA339ABB04B}" destId="{2B4065A7-1694-B24C-B12B-ED7199D5A9F6}" srcOrd="4" destOrd="0" presId="urn:microsoft.com/office/officeart/2008/layout/LinedList"/>
    <dgm:cxn modelId="{7BBB5228-CAB6-2A46-A71A-AE49FCF841E3}" type="presParOf" srcId="{0D85FB8B-FEDF-1044-92B1-0DA339ABB04B}" destId="{405F9CB1-B0EB-9B43-83C0-C752C023288B}" srcOrd="5" destOrd="0" presId="urn:microsoft.com/office/officeart/2008/layout/LinedList"/>
    <dgm:cxn modelId="{FE5040E5-4C3B-1F4B-A996-5225666D4CB9}" type="presParOf" srcId="{405F9CB1-B0EB-9B43-83C0-C752C023288B}" destId="{AE40D458-E52B-7146-86B9-693AF035CDE3}" srcOrd="0" destOrd="0" presId="urn:microsoft.com/office/officeart/2008/layout/LinedList"/>
    <dgm:cxn modelId="{10F88A5B-59B3-C345-9894-5C545B81BA1C}" type="presParOf" srcId="{405F9CB1-B0EB-9B43-83C0-C752C023288B}" destId="{AA45083D-85C5-2C4F-BE4B-4DC51E5E5803}" srcOrd="1" destOrd="0" presId="urn:microsoft.com/office/officeart/2008/layout/LinedList"/>
    <dgm:cxn modelId="{9F38B738-4D34-4941-9519-605301745715}" type="presParOf" srcId="{0D85FB8B-FEDF-1044-92B1-0DA339ABB04B}" destId="{93592933-BDF2-8744-85DA-050F5D7E5F70}" srcOrd="6" destOrd="0" presId="urn:microsoft.com/office/officeart/2008/layout/LinedList"/>
    <dgm:cxn modelId="{176EC53C-4CC3-B642-A542-CD7BA289E385}" type="presParOf" srcId="{0D85FB8B-FEDF-1044-92B1-0DA339ABB04B}" destId="{CF539DE9-BD1D-BF4E-856A-17C955F40FF7}" srcOrd="7" destOrd="0" presId="urn:microsoft.com/office/officeart/2008/layout/LinedList"/>
    <dgm:cxn modelId="{78B03532-14D2-E242-8560-D1E39FA48C9F}" type="presParOf" srcId="{CF539DE9-BD1D-BF4E-856A-17C955F40FF7}" destId="{27A7B4C8-2A06-BA45-9A72-938D02AC4431}" srcOrd="0" destOrd="0" presId="urn:microsoft.com/office/officeart/2008/layout/LinedList"/>
    <dgm:cxn modelId="{158A55BB-3142-9343-A70E-63F9AEEBF47C}" type="presParOf" srcId="{CF539DE9-BD1D-BF4E-856A-17C955F40FF7}" destId="{10513D93-6143-4D49-AE15-2B13E19DB1F2}" srcOrd="1" destOrd="0" presId="urn:microsoft.com/office/officeart/2008/layout/LinedList"/>
    <dgm:cxn modelId="{26D81E30-F922-764B-9DAA-B085E542C1DB}" type="presParOf" srcId="{0D85FB8B-FEDF-1044-92B1-0DA339ABB04B}" destId="{E8B503EA-26DF-7D4B-B2DE-D0D0C61F49FE}" srcOrd="8" destOrd="0" presId="urn:microsoft.com/office/officeart/2008/layout/LinedList"/>
    <dgm:cxn modelId="{7A926011-5B30-0E48-8010-CD0930E9D801}" type="presParOf" srcId="{0D85FB8B-FEDF-1044-92B1-0DA339ABB04B}" destId="{D639B441-B448-9A4D-9B8A-6B85627E9E90}" srcOrd="9" destOrd="0" presId="urn:microsoft.com/office/officeart/2008/layout/LinedList"/>
    <dgm:cxn modelId="{C839D11C-8A92-3944-8708-E83672520C9C}" type="presParOf" srcId="{D639B441-B448-9A4D-9B8A-6B85627E9E90}" destId="{E5358DBF-1D4D-4A41-BBB9-5D08880F2692}" srcOrd="0" destOrd="0" presId="urn:microsoft.com/office/officeart/2008/layout/LinedList"/>
    <dgm:cxn modelId="{8DC104CD-3240-D048-B740-776C18BD3CC0}" type="presParOf" srcId="{D639B441-B448-9A4D-9B8A-6B85627E9E90}" destId="{3E79DD66-80DF-6D4E-ABA6-5FC7291B92D5}" srcOrd="1" destOrd="0" presId="urn:microsoft.com/office/officeart/2008/layout/LinedList"/>
    <dgm:cxn modelId="{D871EA91-BB01-104A-AE01-0BB2AC2F9C9F}" type="presParOf" srcId="{0D85FB8B-FEDF-1044-92B1-0DA339ABB04B}" destId="{F10921C1-66C7-1341-9256-9535BB8F708B}" srcOrd="10" destOrd="0" presId="urn:microsoft.com/office/officeart/2008/layout/LinedList"/>
    <dgm:cxn modelId="{963775D5-B90F-694B-BFF0-F558749DD616}" type="presParOf" srcId="{0D85FB8B-FEDF-1044-92B1-0DA339ABB04B}" destId="{B005F3E0-AD91-C24E-80AE-3569312F5B3B}" srcOrd="11" destOrd="0" presId="urn:microsoft.com/office/officeart/2008/layout/LinedList"/>
    <dgm:cxn modelId="{77034ED0-10EB-D04B-9F9D-723CCA03A487}" type="presParOf" srcId="{B005F3E0-AD91-C24E-80AE-3569312F5B3B}" destId="{A05CE42C-1824-8E40-80EA-24D0C2DE01CC}" srcOrd="0" destOrd="0" presId="urn:microsoft.com/office/officeart/2008/layout/LinedList"/>
    <dgm:cxn modelId="{2C733D7E-54E9-F64D-99FF-EB069F610667}" type="presParOf" srcId="{B005F3E0-AD91-C24E-80AE-3569312F5B3B}" destId="{03EAC6AE-2063-B446-B36F-6FF2350267E3}" srcOrd="1" destOrd="0" presId="urn:microsoft.com/office/officeart/2008/layout/LinedList"/>
    <dgm:cxn modelId="{74ADB935-733E-984E-A227-E9F55DF1C57F}" type="presParOf" srcId="{0D85FB8B-FEDF-1044-92B1-0DA339ABB04B}" destId="{6FB501B0-ECEF-8744-8FEF-FD4CD1CCBDB5}" srcOrd="12" destOrd="0" presId="urn:microsoft.com/office/officeart/2008/layout/LinedList"/>
    <dgm:cxn modelId="{18CB821F-EDF5-194E-BE4A-2A0862C420AC}" type="presParOf" srcId="{0D85FB8B-FEDF-1044-92B1-0DA339ABB04B}" destId="{A835D148-7D01-7045-A8CA-F1CFD099DA62}" srcOrd="13" destOrd="0" presId="urn:microsoft.com/office/officeart/2008/layout/LinedList"/>
    <dgm:cxn modelId="{80EF210E-48AA-1D48-84D5-E8EADE65FEE9}" type="presParOf" srcId="{A835D148-7D01-7045-A8CA-F1CFD099DA62}" destId="{41E5648E-718D-644C-8DED-5E323C45A923}" srcOrd="0" destOrd="0" presId="urn:microsoft.com/office/officeart/2008/layout/LinedList"/>
    <dgm:cxn modelId="{EAF4B865-D502-124A-863A-C182D56920ED}" type="presParOf" srcId="{A835D148-7D01-7045-A8CA-F1CFD099DA62}" destId="{F93172B2-A3EC-114D-9D77-7FDE413FE317}" srcOrd="1" destOrd="0" presId="urn:microsoft.com/office/officeart/2008/layout/LinedList"/>
    <dgm:cxn modelId="{C1E8DB35-E5C3-714D-8645-C2ADB3E22E3E}" type="presParOf" srcId="{0D85FB8B-FEDF-1044-92B1-0DA339ABB04B}" destId="{D1FDC6E2-DBC3-D440-BCF5-94AB5BE7523D}" srcOrd="14" destOrd="0" presId="urn:microsoft.com/office/officeart/2008/layout/LinedList"/>
    <dgm:cxn modelId="{873DECD6-3815-B44A-AE33-95BE6E702760}" type="presParOf" srcId="{0D85FB8B-FEDF-1044-92B1-0DA339ABB04B}" destId="{3D317ACE-BC96-F842-8757-C5AAB4935562}" srcOrd="15" destOrd="0" presId="urn:microsoft.com/office/officeart/2008/layout/LinedList"/>
    <dgm:cxn modelId="{5FCABD63-F757-BF44-AE85-420BA235A8B2}" type="presParOf" srcId="{3D317ACE-BC96-F842-8757-C5AAB4935562}" destId="{2A80F756-42A0-5F42-B21B-025F3A295A2A}" srcOrd="0" destOrd="0" presId="urn:microsoft.com/office/officeart/2008/layout/LinedList"/>
    <dgm:cxn modelId="{A70776B9-2DB8-C746-837A-67FB8FC1A7D4}" type="presParOf" srcId="{3D317ACE-BC96-F842-8757-C5AAB4935562}" destId="{4A5D3A75-0F01-4649-9D13-A779C0156129}" srcOrd="1" destOrd="0" presId="urn:microsoft.com/office/officeart/2008/layout/LinedList"/>
    <dgm:cxn modelId="{24DEBB0D-A0A7-9149-AE07-BE5661492C9C}" type="presParOf" srcId="{0D85FB8B-FEDF-1044-92B1-0DA339ABB04B}" destId="{D7A9247D-303B-BA47-BEF5-0F0AD2AABCF7}" srcOrd="16" destOrd="0" presId="urn:microsoft.com/office/officeart/2008/layout/LinedList"/>
    <dgm:cxn modelId="{56098564-FE59-8248-A46C-10B22543C35C}" type="presParOf" srcId="{0D85FB8B-FEDF-1044-92B1-0DA339ABB04B}" destId="{E64B9511-7D3D-8347-8B95-0E304ECA6A3E}" srcOrd="17" destOrd="0" presId="urn:microsoft.com/office/officeart/2008/layout/LinedList"/>
    <dgm:cxn modelId="{85A896A2-1312-E34E-A3C9-C082B8FC50C1}" type="presParOf" srcId="{E64B9511-7D3D-8347-8B95-0E304ECA6A3E}" destId="{E06720EF-28D7-544E-99D0-04A483E62CB4}" srcOrd="0" destOrd="0" presId="urn:microsoft.com/office/officeart/2008/layout/LinedList"/>
    <dgm:cxn modelId="{862B77AC-14DE-2F4D-BCEB-970FE298750D}" type="presParOf" srcId="{E64B9511-7D3D-8347-8B95-0E304ECA6A3E}" destId="{93CDDB09-D719-D44C-986C-616A4833EBFF}" srcOrd="1" destOrd="0" presId="urn:microsoft.com/office/officeart/2008/layout/LinedList"/>
    <dgm:cxn modelId="{D6D5A90E-5BC6-BC41-9E13-215AC14B63B6}" type="presParOf" srcId="{0D85FB8B-FEDF-1044-92B1-0DA339ABB04B}" destId="{336D30C1-3509-F945-8D68-9443951B17E8}" srcOrd="18" destOrd="0" presId="urn:microsoft.com/office/officeart/2008/layout/LinedList"/>
    <dgm:cxn modelId="{A4597ABE-A04E-FE43-BED9-1407D72183A6}" type="presParOf" srcId="{0D85FB8B-FEDF-1044-92B1-0DA339ABB04B}" destId="{5632509A-2A93-3B4D-A2A4-26AD89AF5297}" srcOrd="19" destOrd="0" presId="urn:microsoft.com/office/officeart/2008/layout/LinedList"/>
    <dgm:cxn modelId="{7146A350-F6D6-844C-BCC5-52C4A6F55D7D}" type="presParOf" srcId="{5632509A-2A93-3B4D-A2A4-26AD89AF5297}" destId="{CE96B65A-620F-894E-9156-FABFD4060ABD}" srcOrd="0" destOrd="0" presId="urn:microsoft.com/office/officeart/2008/layout/LinedList"/>
    <dgm:cxn modelId="{CA08E22E-5B7E-1940-85AA-88CC9F00D365}" type="presParOf" srcId="{5632509A-2A93-3B4D-A2A4-26AD89AF5297}" destId="{7BD47E8C-4026-2942-95C2-E9BEB71EF4A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36D30F-3023-42DE-8148-455795D2954B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5162E7A-2B13-4148-837A-428D4D94FCF1}">
      <dgm:prSet/>
      <dgm:spPr>
        <a:solidFill>
          <a:srgbClr val="002060"/>
        </a:solidFill>
      </dgm:spPr>
      <dgm:t>
        <a:bodyPr/>
        <a:lstStyle/>
        <a:p>
          <a:r>
            <a:rPr lang="en-CA" b="0" i="0" dirty="0"/>
            <a:t>ASS Inc. </a:t>
          </a:r>
          <a:r>
            <a:rPr lang="en-CA" dirty="0"/>
            <a:t>– </a:t>
          </a:r>
          <a:r>
            <a:rPr lang="el-GR" dirty="0" err="1"/>
            <a:t>Εταιρικ</a:t>
          </a:r>
          <a:r>
            <a:rPr lang="en-CA" dirty="0" err="1"/>
            <a:t>ό</a:t>
          </a:r>
          <a:r>
            <a:rPr lang="el-GR" dirty="0"/>
            <a:t> προφίλ </a:t>
          </a:r>
          <a:endParaRPr lang="en-US" dirty="0"/>
        </a:p>
      </dgm:t>
    </dgm:pt>
    <dgm:pt modelId="{325245C3-CB38-4D28-9838-6CC770FAB828}" type="parTrans" cxnId="{A9F51253-FF08-43D0-8CC1-6A1CC7536E3C}">
      <dgm:prSet/>
      <dgm:spPr/>
      <dgm:t>
        <a:bodyPr/>
        <a:lstStyle/>
        <a:p>
          <a:endParaRPr lang="en-US"/>
        </a:p>
      </dgm:t>
    </dgm:pt>
    <dgm:pt modelId="{7E672B96-5DF9-4A3D-BE21-9F8D83E15BEF}" type="sibTrans" cxnId="{A9F51253-FF08-43D0-8CC1-6A1CC7536E3C}">
      <dgm:prSet/>
      <dgm:spPr/>
      <dgm:t>
        <a:bodyPr/>
        <a:lstStyle/>
        <a:p>
          <a:endParaRPr lang="en-US"/>
        </a:p>
      </dgm:t>
    </dgm:pt>
    <dgm:pt modelId="{3D408874-7B6F-4290-9E05-CEBA3233A6F6}">
      <dgm:prSet/>
      <dgm:spPr>
        <a:solidFill>
          <a:srgbClr val="002060"/>
        </a:solidFill>
      </dgm:spPr>
      <dgm:t>
        <a:bodyPr/>
        <a:lstStyle/>
        <a:p>
          <a:r>
            <a:rPr lang="el-GR" dirty="0"/>
            <a:t>‘</a:t>
          </a:r>
          <a:r>
            <a:rPr lang="el-GR" dirty="0" err="1"/>
            <a:t>Εδρα</a:t>
          </a:r>
          <a:r>
            <a:rPr lang="el-GR" dirty="0"/>
            <a:t>: Ηνωμένες </a:t>
          </a:r>
          <a:r>
            <a:rPr lang="el-GR" dirty="0" err="1"/>
            <a:t>Πωλητείες</a:t>
          </a:r>
          <a:r>
            <a:rPr lang="el-GR" dirty="0"/>
            <a:t> Αμερικής </a:t>
          </a:r>
          <a:endParaRPr lang="en-US" dirty="0"/>
        </a:p>
      </dgm:t>
    </dgm:pt>
    <dgm:pt modelId="{B5D62666-F7DF-434E-AA24-5AC32D924173}" type="parTrans" cxnId="{53FB44A9-7941-4053-A405-4A759547E7AF}">
      <dgm:prSet/>
      <dgm:spPr/>
      <dgm:t>
        <a:bodyPr/>
        <a:lstStyle/>
        <a:p>
          <a:endParaRPr lang="en-US"/>
        </a:p>
      </dgm:t>
    </dgm:pt>
    <dgm:pt modelId="{38DFDC40-BF88-484E-8C27-202B8E4E9A5C}" type="sibTrans" cxnId="{53FB44A9-7941-4053-A405-4A759547E7AF}">
      <dgm:prSet/>
      <dgm:spPr/>
      <dgm:t>
        <a:bodyPr/>
        <a:lstStyle/>
        <a:p>
          <a:endParaRPr lang="en-US"/>
        </a:p>
      </dgm:t>
    </dgm:pt>
    <dgm:pt modelId="{78BBFBF7-BCE7-4295-B3AF-7266DE49E8D5}">
      <dgm:prSet/>
      <dgm:spPr>
        <a:solidFill>
          <a:srgbClr val="002060"/>
        </a:solidFill>
      </dgm:spPr>
      <dgm:t>
        <a:bodyPr/>
        <a:lstStyle/>
        <a:p>
          <a:r>
            <a:rPr lang="el-GR" b="0" i="0" dirty="0"/>
            <a:t>Τομέας: Είδη γραφείου &amp;Τεχνολογίας</a:t>
          </a:r>
          <a:endParaRPr lang="en-US" dirty="0"/>
        </a:p>
      </dgm:t>
    </dgm:pt>
    <dgm:pt modelId="{6BBC218E-1E51-4AF0-ADD9-74B0C031E14F}" type="parTrans" cxnId="{0CA043D0-98C6-4B84-8651-FEF76B1D5AD4}">
      <dgm:prSet/>
      <dgm:spPr/>
      <dgm:t>
        <a:bodyPr/>
        <a:lstStyle/>
        <a:p>
          <a:endParaRPr lang="en-US"/>
        </a:p>
      </dgm:t>
    </dgm:pt>
    <dgm:pt modelId="{7069119F-2ECC-454F-B8B6-D52EFF461F44}" type="sibTrans" cxnId="{0CA043D0-98C6-4B84-8651-FEF76B1D5AD4}">
      <dgm:prSet/>
      <dgm:spPr/>
      <dgm:t>
        <a:bodyPr/>
        <a:lstStyle/>
        <a:p>
          <a:endParaRPr lang="en-US"/>
        </a:p>
      </dgm:t>
    </dgm:pt>
    <dgm:pt modelId="{760F0837-3BC6-48D0-964F-6F72A9D7DA47}">
      <dgm:prSet/>
      <dgm:spPr>
        <a:solidFill>
          <a:srgbClr val="002060"/>
        </a:solidFill>
      </dgm:spPr>
      <dgm:t>
        <a:bodyPr/>
        <a:lstStyle/>
        <a:p>
          <a:r>
            <a:rPr lang="el-GR" b="0" i="0" dirty="0"/>
            <a:t>Αριθμός Εργαζομένων: 30</a:t>
          </a:r>
          <a:endParaRPr lang="en-US" dirty="0"/>
        </a:p>
      </dgm:t>
    </dgm:pt>
    <dgm:pt modelId="{DB70CDD2-DFF7-4A61-8571-1804B4C1B91F}" type="parTrans" cxnId="{EE709DE5-5AA2-4795-B94B-1D126F3EB14C}">
      <dgm:prSet/>
      <dgm:spPr/>
      <dgm:t>
        <a:bodyPr/>
        <a:lstStyle/>
        <a:p>
          <a:endParaRPr lang="en-US"/>
        </a:p>
      </dgm:t>
    </dgm:pt>
    <dgm:pt modelId="{16C7B424-8FAF-43EB-8BA2-28788C27F032}" type="sibTrans" cxnId="{EE709DE5-5AA2-4795-B94B-1D126F3EB14C}">
      <dgm:prSet/>
      <dgm:spPr/>
      <dgm:t>
        <a:bodyPr/>
        <a:lstStyle/>
        <a:p>
          <a:endParaRPr lang="en-US"/>
        </a:p>
      </dgm:t>
    </dgm:pt>
    <dgm:pt modelId="{06E9A5CD-E1E1-4D22-8E3D-AB3CDA6B737E}">
      <dgm:prSet/>
      <dgm:spPr>
        <a:solidFill>
          <a:srgbClr val="002060"/>
        </a:solidFill>
      </dgm:spPr>
      <dgm:t>
        <a:bodyPr/>
        <a:lstStyle/>
        <a:p>
          <a:r>
            <a:rPr lang="el-GR" b="0" i="0"/>
            <a:t>Ετήσιος Τζίρος: 600.000 δολάρια </a:t>
          </a:r>
          <a:endParaRPr lang="en-US"/>
        </a:p>
      </dgm:t>
    </dgm:pt>
    <dgm:pt modelId="{4B04C43E-38A2-4240-8A18-C6D86CB171D5}" type="parTrans" cxnId="{3D0D6244-D9A8-44BB-B05A-28475C838CA6}">
      <dgm:prSet/>
      <dgm:spPr/>
      <dgm:t>
        <a:bodyPr/>
        <a:lstStyle/>
        <a:p>
          <a:endParaRPr lang="en-US"/>
        </a:p>
      </dgm:t>
    </dgm:pt>
    <dgm:pt modelId="{3ABB1232-D56B-4DD4-AE9C-7EEC3889955E}" type="sibTrans" cxnId="{3D0D6244-D9A8-44BB-B05A-28475C838CA6}">
      <dgm:prSet/>
      <dgm:spPr/>
      <dgm:t>
        <a:bodyPr/>
        <a:lstStyle/>
        <a:p>
          <a:endParaRPr lang="en-US"/>
        </a:p>
      </dgm:t>
    </dgm:pt>
    <dgm:pt modelId="{BCA13D96-A4A9-0B4C-9728-DBF449F5EC32}" type="pres">
      <dgm:prSet presAssocID="{5736D30F-3023-42DE-8148-455795D2954B}" presName="diagram" presStyleCnt="0">
        <dgm:presLayoutVars>
          <dgm:dir/>
          <dgm:resizeHandles val="exact"/>
        </dgm:presLayoutVars>
      </dgm:prSet>
      <dgm:spPr/>
    </dgm:pt>
    <dgm:pt modelId="{CD625DD1-97CB-7845-971E-0C0420AB62A5}" type="pres">
      <dgm:prSet presAssocID="{25162E7A-2B13-4148-837A-428D4D94FCF1}" presName="node" presStyleLbl="node1" presStyleIdx="0" presStyleCnt="5">
        <dgm:presLayoutVars>
          <dgm:bulletEnabled val="1"/>
        </dgm:presLayoutVars>
      </dgm:prSet>
      <dgm:spPr/>
    </dgm:pt>
    <dgm:pt modelId="{FC0B31CE-26DA-E744-BED7-F8EBB1E01E8E}" type="pres">
      <dgm:prSet presAssocID="{7E672B96-5DF9-4A3D-BE21-9F8D83E15BEF}" presName="sibTrans" presStyleCnt="0"/>
      <dgm:spPr/>
    </dgm:pt>
    <dgm:pt modelId="{84525318-4B9B-DB4D-BDC0-B2CFAF4F9996}" type="pres">
      <dgm:prSet presAssocID="{3D408874-7B6F-4290-9E05-CEBA3233A6F6}" presName="node" presStyleLbl="node1" presStyleIdx="1" presStyleCnt="5">
        <dgm:presLayoutVars>
          <dgm:bulletEnabled val="1"/>
        </dgm:presLayoutVars>
      </dgm:prSet>
      <dgm:spPr/>
    </dgm:pt>
    <dgm:pt modelId="{EFB9CAAB-0939-6E41-A15F-FD10A6855F39}" type="pres">
      <dgm:prSet presAssocID="{38DFDC40-BF88-484E-8C27-202B8E4E9A5C}" presName="sibTrans" presStyleCnt="0"/>
      <dgm:spPr/>
    </dgm:pt>
    <dgm:pt modelId="{1563555D-52C1-BB43-83E8-7E3BB29688BD}" type="pres">
      <dgm:prSet presAssocID="{78BBFBF7-BCE7-4295-B3AF-7266DE49E8D5}" presName="node" presStyleLbl="node1" presStyleIdx="2" presStyleCnt="5">
        <dgm:presLayoutVars>
          <dgm:bulletEnabled val="1"/>
        </dgm:presLayoutVars>
      </dgm:prSet>
      <dgm:spPr/>
    </dgm:pt>
    <dgm:pt modelId="{B2A65450-3528-9F4A-BC99-06070007DFE7}" type="pres">
      <dgm:prSet presAssocID="{7069119F-2ECC-454F-B8B6-D52EFF461F44}" presName="sibTrans" presStyleCnt="0"/>
      <dgm:spPr/>
    </dgm:pt>
    <dgm:pt modelId="{90BB446A-92A1-A541-928C-84D7763704B9}" type="pres">
      <dgm:prSet presAssocID="{760F0837-3BC6-48D0-964F-6F72A9D7DA47}" presName="node" presStyleLbl="node1" presStyleIdx="3" presStyleCnt="5">
        <dgm:presLayoutVars>
          <dgm:bulletEnabled val="1"/>
        </dgm:presLayoutVars>
      </dgm:prSet>
      <dgm:spPr/>
    </dgm:pt>
    <dgm:pt modelId="{CF2197D0-09F5-0748-9CE0-CF1D5383D397}" type="pres">
      <dgm:prSet presAssocID="{16C7B424-8FAF-43EB-8BA2-28788C27F032}" presName="sibTrans" presStyleCnt="0"/>
      <dgm:spPr/>
    </dgm:pt>
    <dgm:pt modelId="{4AD08762-746B-9844-9DEB-001CC949383B}" type="pres">
      <dgm:prSet presAssocID="{06E9A5CD-E1E1-4D22-8E3D-AB3CDA6B737E}" presName="node" presStyleLbl="node1" presStyleIdx="4" presStyleCnt="5">
        <dgm:presLayoutVars>
          <dgm:bulletEnabled val="1"/>
        </dgm:presLayoutVars>
      </dgm:prSet>
      <dgm:spPr/>
    </dgm:pt>
  </dgm:ptLst>
  <dgm:cxnLst>
    <dgm:cxn modelId="{DA8EE311-499D-C948-9003-F936222CB70D}" type="presOf" srcId="{78BBFBF7-BCE7-4295-B3AF-7266DE49E8D5}" destId="{1563555D-52C1-BB43-83E8-7E3BB29688BD}" srcOrd="0" destOrd="0" presId="urn:microsoft.com/office/officeart/2005/8/layout/default"/>
    <dgm:cxn modelId="{65D8C831-9136-8E40-B48F-29FC314F6726}" type="presOf" srcId="{25162E7A-2B13-4148-837A-428D4D94FCF1}" destId="{CD625DD1-97CB-7845-971E-0C0420AB62A5}" srcOrd="0" destOrd="0" presId="urn:microsoft.com/office/officeart/2005/8/layout/default"/>
    <dgm:cxn modelId="{3D0D6244-D9A8-44BB-B05A-28475C838CA6}" srcId="{5736D30F-3023-42DE-8148-455795D2954B}" destId="{06E9A5CD-E1E1-4D22-8E3D-AB3CDA6B737E}" srcOrd="4" destOrd="0" parTransId="{4B04C43E-38A2-4240-8A18-C6D86CB171D5}" sibTransId="{3ABB1232-D56B-4DD4-AE9C-7EEC3889955E}"/>
    <dgm:cxn modelId="{A9F51253-FF08-43D0-8CC1-6A1CC7536E3C}" srcId="{5736D30F-3023-42DE-8148-455795D2954B}" destId="{25162E7A-2B13-4148-837A-428D4D94FCF1}" srcOrd="0" destOrd="0" parTransId="{325245C3-CB38-4D28-9838-6CC770FAB828}" sibTransId="{7E672B96-5DF9-4A3D-BE21-9F8D83E15BEF}"/>
    <dgm:cxn modelId="{02010394-9F31-F949-865C-FEF5E66AC70C}" type="presOf" srcId="{3D408874-7B6F-4290-9E05-CEBA3233A6F6}" destId="{84525318-4B9B-DB4D-BDC0-B2CFAF4F9996}" srcOrd="0" destOrd="0" presId="urn:microsoft.com/office/officeart/2005/8/layout/default"/>
    <dgm:cxn modelId="{53FB44A9-7941-4053-A405-4A759547E7AF}" srcId="{5736D30F-3023-42DE-8148-455795D2954B}" destId="{3D408874-7B6F-4290-9E05-CEBA3233A6F6}" srcOrd="1" destOrd="0" parTransId="{B5D62666-F7DF-434E-AA24-5AC32D924173}" sibTransId="{38DFDC40-BF88-484E-8C27-202B8E4E9A5C}"/>
    <dgm:cxn modelId="{28F71EB5-01B7-3A41-AFD8-981C5F6E846C}" type="presOf" srcId="{5736D30F-3023-42DE-8148-455795D2954B}" destId="{BCA13D96-A4A9-0B4C-9728-DBF449F5EC32}" srcOrd="0" destOrd="0" presId="urn:microsoft.com/office/officeart/2005/8/layout/default"/>
    <dgm:cxn modelId="{64E99AB9-2B7B-5042-9CED-B71358D2DAB5}" type="presOf" srcId="{760F0837-3BC6-48D0-964F-6F72A9D7DA47}" destId="{90BB446A-92A1-A541-928C-84D7763704B9}" srcOrd="0" destOrd="0" presId="urn:microsoft.com/office/officeart/2005/8/layout/default"/>
    <dgm:cxn modelId="{59B8D0C0-5980-CD47-B13F-213F2B696A41}" type="presOf" srcId="{06E9A5CD-E1E1-4D22-8E3D-AB3CDA6B737E}" destId="{4AD08762-746B-9844-9DEB-001CC949383B}" srcOrd="0" destOrd="0" presId="urn:microsoft.com/office/officeart/2005/8/layout/default"/>
    <dgm:cxn modelId="{0CA043D0-98C6-4B84-8651-FEF76B1D5AD4}" srcId="{5736D30F-3023-42DE-8148-455795D2954B}" destId="{78BBFBF7-BCE7-4295-B3AF-7266DE49E8D5}" srcOrd="2" destOrd="0" parTransId="{6BBC218E-1E51-4AF0-ADD9-74B0C031E14F}" sibTransId="{7069119F-2ECC-454F-B8B6-D52EFF461F44}"/>
    <dgm:cxn modelId="{EE709DE5-5AA2-4795-B94B-1D126F3EB14C}" srcId="{5736D30F-3023-42DE-8148-455795D2954B}" destId="{760F0837-3BC6-48D0-964F-6F72A9D7DA47}" srcOrd="3" destOrd="0" parTransId="{DB70CDD2-DFF7-4A61-8571-1804B4C1B91F}" sibTransId="{16C7B424-8FAF-43EB-8BA2-28788C27F032}"/>
    <dgm:cxn modelId="{384CA42D-5A29-854F-A1ED-95AAD4955988}" type="presParOf" srcId="{BCA13D96-A4A9-0B4C-9728-DBF449F5EC32}" destId="{CD625DD1-97CB-7845-971E-0C0420AB62A5}" srcOrd="0" destOrd="0" presId="urn:microsoft.com/office/officeart/2005/8/layout/default"/>
    <dgm:cxn modelId="{CE29171B-64C4-E04D-88EE-00BFE285AECC}" type="presParOf" srcId="{BCA13D96-A4A9-0B4C-9728-DBF449F5EC32}" destId="{FC0B31CE-26DA-E744-BED7-F8EBB1E01E8E}" srcOrd="1" destOrd="0" presId="urn:microsoft.com/office/officeart/2005/8/layout/default"/>
    <dgm:cxn modelId="{EC9F9DF5-A36E-F04B-9A93-1C1637F9A287}" type="presParOf" srcId="{BCA13D96-A4A9-0B4C-9728-DBF449F5EC32}" destId="{84525318-4B9B-DB4D-BDC0-B2CFAF4F9996}" srcOrd="2" destOrd="0" presId="urn:microsoft.com/office/officeart/2005/8/layout/default"/>
    <dgm:cxn modelId="{1185046E-D757-8346-986C-342E65F5F6FE}" type="presParOf" srcId="{BCA13D96-A4A9-0B4C-9728-DBF449F5EC32}" destId="{EFB9CAAB-0939-6E41-A15F-FD10A6855F39}" srcOrd="3" destOrd="0" presId="urn:microsoft.com/office/officeart/2005/8/layout/default"/>
    <dgm:cxn modelId="{401A02DE-9B9D-034E-8136-55722F46F39D}" type="presParOf" srcId="{BCA13D96-A4A9-0B4C-9728-DBF449F5EC32}" destId="{1563555D-52C1-BB43-83E8-7E3BB29688BD}" srcOrd="4" destOrd="0" presId="urn:microsoft.com/office/officeart/2005/8/layout/default"/>
    <dgm:cxn modelId="{B9186C5A-D124-9C4F-A0E7-D195CA3AA0C6}" type="presParOf" srcId="{BCA13D96-A4A9-0B4C-9728-DBF449F5EC32}" destId="{B2A65450-3528-9F4A-BC99-06070007DFE7}" srcOrd="5" destOrd="0" presId="urn:microsoft.com/office/officeart/2005/8/layout/default"/>
    <dgm:cxn modelId="{B421A87D-D396-3048-94D5-1C5CD8859140}" type="presParOf" srcId="{BCA13D96-A4A9-0B4C-9728-DBF449F5EC32}" destId="{90BB446A-92A1-A541-928C-84D7763704B9}" srcOrd="6" destOrd="0" presId="urn:microsoft.com/office/officeart/2005/8/layout/default"/>
    <dgm:cxn modelId="{A28AF942-06C1-3E41-830B-A785CE53464D}" type="presParOf" srcId="{BCA13D96-A4A9-0B4C-9728-DBF449F5EC32}" destId="{CF2197D0-09F5-0748-9CE0-CF1D5383D397}" srcOrd="7" destOrd="0" presId="urn:microsoft.com/office/officeart/2005/8/layout/default"/>
    <dgm:cxn modelId="{24382AF5-799E-7840-A012-D0DE62294551}" type="presParOf" srcId="{BCA13D96-A4A9-0B4C-9728-DBF449F5EC32}" destId="{4AD08762-746B-9844-9DEB-001CC949383B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AA69842-FBFE-4304-906B-188659CD8A04}" type="doc">
      <dgm:prSet loTypeId="urn:microsoft.com/office/officeart/2005/8/layout/list1" loCatId="list" qsTypeId="urn:microsoft.com/office/officeart/2005/8/quickstyle/simple5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1CBAD79-D75E-4897-824D-6285BEE17765}">
      <dgm:prSet/>
      <dgm:spPr/>
      <dgm:t>
        <a:bodyPr/>
        <a:lstStyle/>
        <a:p>
          <a:pPr algn="ctr"/>
          <a:r>
            <a:rPr lang="el-GR" b="0" i="0" u="sng" dirty="0"/>
            <a:t>Κύριοι επιχειρηματικοί στόχοι</a:t>
          </a:r>
          <a:endParaRPr lang="en-US" dirty="0"/>
        </a:p>
      </dgm:t>
    </dgm:pt>
    <dgm:pt modelId="{AD99A27C-BFBA-4BC8-B521-A80E28E381D4}" type="parTrans" cxnId="{C4DA0DC6-D5D9-43AD-8C87-F93564ACC506}">
      <dgm:prSet/>
      <dgm:spPr/>
      <dgm:t>
        <a:bodyPr/>
        <a:lstStyle/>
        <a:p>
          <a:endParaRPr lang="en-US"/>
        </a:p>
      </dgm:t>
    </dgm:pt>
    <dgm:pt modelId="{2A844000-DF4D-4529-B268-2C60E4AC4A3C}" type="sibTrans" cxnId="{C4DA0DC6-D5D9-43AD-8C87-F93564ACC506}">
      <dgm:prSet/>
      <dgm:spPr/>
      <dgm:t>
        <a:bodyPr/>
        <a:lstStyle/>
        <a:p>
          <a:endParaRPr lang="en-US"/>
        </a:p>
      </dgm:t>
    </dgm:pt>
    <dgm:pt modelId="{DD7DE1AB-A463-4F07-A37F-C4EA3AC891DD}">
      <dgm:prSet/>
      <dgm:spPr/>
      <dgm:t>
        <a:bodyPr/>
        <a:lstStyle/>
        <a:p>
          <a:pPr algn="l"/>
          <a:r>
            <a:rPr lang="el-GR" b="0" i="0" dirty="0"/>
            <a:t>1.Αύξηση Πωλήσεω</a:t>
          </a:r>
          <a:r>
            <a:rPr lang="el-GR" dirty="0"/>
            <a:t>ν</a:t>
          </a:r>
          <a:endParaRPr lang="en-US" dirty="0"/>
        </a:p>
      </dgm:t>
    </dgm:pt>
    <dgm:pt modelId="{062D474F-D4A2-4FEB-A1F4-13D389BC8E1A}" type="parTrans" cxnId="{D566E708-FB84-440E-8603-80CCC2CFC9F1}">
      <dgm:prSet/>
      <dgm:spPr/>
      <dgm:t>
        <a:bodyPr/>
        <a:lstStyle/>
        <a:p>
          <a:endParaRPr lang="en-US"/>
        </a:p>
      </dgm:t>
    </dgm:pt>
    <dgm:pt modelId="{AC264E34-8F1C-48BF-8268-F61A58823A87}" type="sibTrans" cxnId="{D566E708-FB84-440E-8603-80CCC2CFC9F1}">
      <dgm:prSet/>
      <dgm:spPr/>
      <dgm:t>
        <a:bodyPr/>
        <a:lstStyle/>
        <a:p>
          <a:endParaRPr lang="en-US"/>
        </a:p>
      </dgm:t>
    </dgm:pt>
    <dgm:pt modelId="{4E4480D0-93AD-4C74-87AF-D4B52D9E9EE6}">
      <dgm:prSet/>
      <dgm:spPr/>
      <dgm:t>
        <a:bodyPr/>
        <a:lstStyle/>
        <a:p>
          <a:r>
            <a:rPr lang="el-GR" b="0" i="0" dirty="0"/>
            <a:t>2.Βελτίωση Εξυπηρέτησης Πελατών </a:t>
          </a:r>
          <a:endParaRPr lang="en-US" dirty="0"/>
        </a:p>
      </dgm:t>
    </dgm:pt>
    <dgm:pt modelId="{90288705-4C32-4265-A0DF-D9B10404105C}" type="parTrans" cxnId="{6367E466-CD21-4490-A50D-BFB33321A7DD}">
      <dgm:prSet/>
      <dgm:spPr/>
      <dgm:t>
        <a:bodyPr/>
        <a:lstStyle/>
        <a:p>
          <a:endParaRPr lang="en-US"/>
        </a:p>
      </dgm:t>
    </dgm:pt>
    <dgm:pt modelId="{0251695F-6B70-466B-93D0-0524BA3917AC}" type="sibTrans" cxnId="{6367E466-CD21-4490-A50D-BFB33321A7DD}">
      <dgm:prSet/>
      <dgm:spPr/>
      <dgm:t>
        <a:bodyPr/>
        <a:lstStyle/>
        <a:p>
          <a:endParaRPr lang="en-US"/>
        </a:p>
      </dgm:t>
    </dgm:pt>
    <dgm:pt modelId="{D94083EC-587B-467B-A15E-C8DF237AEEAD}">
      <dgm:prSet/>
      <dgm:spPr/>
      <dgm:t>
        <a:bodyPr/>
        <a:lstStyle/>
        <a:p>
          <a:r>
            <a:rPr lang="el-GR" b="0" i="0" dirty="0"/>
            <a:t>3.Ενίσχυση αποτελεσματικότητας λειτουργειών </a:t>
          </a:r>
          <a:endParaRPr lang="en-US" dirty="0"/>
        </a:p>
      </dgm:t>
    </dgm:pt>
    <dgm:pt modelId="{24DAFDCC-643C-45FE-A8AC-79629CC2F6A6}" type="parTrans" cxnId="{62FF393B-96D1-4EB1-91E7-1FA95EBD512F}">
      <dgm:prSet/>
      <dgm:spPr/>
      <dgm:t>
        <a:bodyPr/>
        <a:lstStyle/>
        <a:p>
          <a:endParaRPr lang="en-US"/>
        </a:p>
      </dgm:t>
    </dgm:pt>
    <dgm:pt modelId="{A6139735-883E-418B-BF35-1D2A06AB1CA2}" type="sibTrans" cxnId="{62FF393B-96D1-4EB1-91E7-1FA95EBD512F}">
      <dgm:prSet/>
      <dgm:spPr/>
      <dgm:t>
        <a:bodyPr/>
        <a:lstStyle/>
        <a:p>
          <a:endParaRPr lang="en-US"/>
        </a:p>
      </dgm:t>
    </dgm:pt>
    <dgm:pt modelId="{768046D5-D608-D44C-AFBF-580EAA3FE3E6}" type="pres">
      <dgm:prSet presAssocID="{8AA69842-FBFE-4304-906B-188659CD8A04}" presName="linear" presStyleCnt="0">
        <dgm:presLayoutVars>
          <dgm:dir/>
          <dgm:animLvl val="lvl"/>
          <dgm:resizeHandles val="exact"/>
        </dgm:presLayoutVars>
      </dgm:prSet>
      <dgm:spPr/>
    </dgm:pt>
    <dgm:pt modelId="{80D016D6-0522-6D40-8919-D79D0EA645FE}" type="pres">
      <dgm:prSet presAssocID="{71CBAD79-D75E-4897-824D-6285BEE17765}" presName="parentLin" presStyleCnt="0"/>
      <dgm:spPr/>
    </dgm:pt>
    <dgm:pt modelId="{C1193B03-E110-5546-94B3-E4850A3439C3}" type="pres">
      <dgm:prSet presAssocID="{71CBAD79-D75E-4897-824D-6285BEE17765}" presName="parentLeftMargin" presStyleLbl="node1" presStyleIdx="0" presStyleCnt="4"/>
      <dgm:spPr/>
    </dgm:pt>
    <dgm:pt modelId="{FD9827BB-F487-4E42-B53F-4482FA50F1DB}" type="pres">
      <dgm:prSet presAssocID="{71CBAD79-D75E-4897-824D-6285BEE17765}" presName="parentText" presStyleLbl="node1" presStyleIdx="0" presStyleCnt="4" custScaleX="106505" custScaleY="147136" custLinFactNeighborX="21641" custLinFactNeighborY="-7942">
        <dgm:presLayoutVars>
          <dgm:chMax val="0"/>
          <dgm:bulletEnabled val="1"/>
        </dgm:presLayoutVars>
      </dgm:prSet>
      <dgm:spPr/>
    </dgm:pt>
    <dgm:pt modelId="{6E042527-4EB2-7F48-A2FF-24787137762E}" type="pres">
      <dgm:prSet presAssocID="{71CBAD79-D75E-4897-824D-6285BEE17765}" presName="negativeSpace" presStyleCnt="0"/>
      <dgm:spPr/>
    </dgm:pt>
    <dgm:pt modelId="{C0583ED2-3BFA-984D-86AF-272C108438C7}" type="pres">
      <dgm:prSet presAssocID="{71CBAD79-D75E-4897-824D-6285BEE17765}" presName="childText" presStyleLbl="conFgAcc1" presStyleIdx="0" presStyleCnt="4">
        <dgm:presLayoutVars>
          <dgm:bulletEnabled val="1"/>
        </dgm:presLayoutVars>
      </dgm:prSet>
      <dgm:spPr/>
    </dgm:pt>
    <dgm:pt modelId="{868F8855-2C45-1246-AF46-884D65958F77}" type="pres">
      <dgm:prSet presAssocID="{2A844000-DF4D-4529-B268-2C60E4AC4A3C}" presName="spaceBetweenRectangles" presStyleCnt="0"/>
      <dgm:spPr/>
    </dgm:pt>
    <dgm:pt modelId="{09A95426-E5BC-904B-B1BA-6009B0BF5D84}" type="pres">
      <dgm:prSet presAssocID="{DD7DE1AB-A463-4F07-A37F-C4EA3AC891DD}" presName="parentLin" presStyleCnt="0"/>
      <dgm:spPr/>
    </dgm:pt>
    <dgm:pt modelId="{15D395B1-2B9B-BC4B-9203-59C915D603EB}" type="pres">
      <dgm:prSet presAssocID="{DD7DE1AB-A463-4F07-A37F-C4EA3AC891DD}" presName="parentLeftMargin" presStyleLbl="node1" presStyleIdx="0" presStyleCnt="4"/>
      <dgm:spPr/>
    </dgm:pt>
    <dgm:pt modelId="{C7E9EC2A-8753-2146-BD29-F1741984A7C0}" type="pres">
      <dgm:prSet presAssocID="{DD7DE1AB-A463-4F07-A37F-C4EA3AC891DD}" presName="parentText" presStyleLbl="node1" presStyleIdx="1" presStyleCnt="4" custLinFactNeighborX="81154" custLinFactNeighborY="-15858">
        <dgm:presLayoutVars>
          <dgm:chMax val="0"/>
          <dgm:bulletEnabled val="1"/>
        </dgm:presLayoutVars>
      </dgm:prSet>
      <dgm:spPr/>
    </dgm:pt>
    <dgm:pt modelId="{660AD1BC-9F6E-6C49-8871-01D15BA24B8A}" type="pres">
      <dgm:prSet presAssocID="{DD7DE1AB-A463-4F07-A37F-C4EA3AC891DD}" presName="negativeSpace" presStyleCnt="0"/>
      <dgm:spPr/>
    </dgm:pt>
    <dgm:pt modelId="{45B6E840-9048-0F4B-AB0E-BD72DBFFFEB8}" type="pres">
      <dgm:prSet presAssocID="{DD7DE1AB-A463-4F07-A37F-C4EA3AC891DD}" presName="childText" presStyleLbl="conFgAcc1" presStyleIdx="1" presStyleCnt="4">
        <dgm:presLayoutVars>
          <dgm:bulletEnabled val="1"/>
        </dgm:presLayoutVars>
      </dgm:prSet>
      <dgm:spPr/>
    </dgm:pt>
    <dgm:pt modelId="{602FF0EE-560C-4A40-BFDD-973D79F813FB}" type="pres">
      <dgm:prSet presAssocID="{AC264E34-8F1C-48BF-8268-F61A58823A87}" presName="spaceBetweenRectangles" presStyleCnt="0"/>
      <dgm:spPr/>
    </dgm:pt>
    <dgm:pt modelId="{C0B7B926-CEF8-9D47-9ADE-ECC01A124EF2}" type="pres">
      <dgm:prSet presAssocID="{4E4480D0-93AD-4C74-87AF-D4B52D9E9EE6}" presName="parentLin" presStyleCnt="0"/>
      <dgm:spPr/>
    </dgm:pt>
    <dgm:pt modelId="{8BD59A4E-6C49-B54E-81CB-C2F05C1C74CB}" type="pres">
      <dgm:prSet presAssocID="{4E4480D0-93AD-4C74-87AF-D4B52D9E9EE6}" presName="parentLeftMargin" presStyleLbl="node1" presStyleIdx="1" presStyleCnt="4"/>
      <dgm:spPr/>
    </dgm:pt>
    <dgm:pt modelId="{4754F98E-FF62-C546-9611-0A84E220B7F6}" type="pres">
      <dgm:prSet presAssocID="{4E4480D0-93AD-4C74-87AF-D4B52D9E9EE6}" presName="parentText" presStyleLbl="node1" presStyleIdx="2" presStyleCnt="4" custLinFactNeighborX="86564" custLinFactNeighborY="-6560">
        <dgm:presLayoutVars>
          <dgm:chMax val="0"/>
          <dgm:bulletEnabled val="1"/>
        </dgm:presLayoutVars>
      </dgm:prSet>
      <dgm:spPr/>
    </dgm:pt>
    <dgm:pt modelId="{33E7C537-46EC-5D47-AF9B-083E4F49A3CD}" type="pres">
      <dgm:prSet presAssocID="{4E4480D0-93AD-4C74-87AF-D4B52D9E9EE6}" presName="negativeSpace" presStyleCnt="0"/>
      <dgm:spPr/>
    </dgm:pt>
    <dgm:pt modelId="{D31511C3-7F9E-1E41-8F6A-1BE97E1ED1F0}" type="pres">
      <dgm:prSet presAssocID="{4E4480D0-93AD-4C74-87AF-D4B52D9E9EE6}" presName="childText" presStyleLbl="conFgAcc1" presStyleIdx="2" presStyleCnt="4">
        <dgm:presLayoutVars>
          <dgm:bulletEnabled val="1"/>
        </dgm:presLayoutVars>
      </dgm:prSet>
      <dgm:spPr/>
    </dgm:pt>
    <dgm:pt modelId="{40422F8A-ADA0-2C42-9D4B-45933C85DEAC}" type="pres">
      <dgm:prSet presAssocID="{0251695F-6B70-466B-93D0-0524BA3917AC}" presName="spaceBetweenRectangles" presStyleCnt="0"/>
      <dgm:spPr/>
    </dgm:pt>
    <dgm:pt modelId="{0568F0FD-B635-2440-AD41-CCC9DD836EC8}" type="pres">
      <dgm:prSet presAssocID="{D94083EC-587B-467B-A15E-C8DF237AEEAD}" presName="parentLin" presStyleCnt="0"/>
      <dgm:spPr/>
    </dgm:pt>
    <dgm:pt modelId="{9231585D-E688-CD4D-B6A9-3B975070F784}" type="pres">
      <dgm:prSet presAssocID="{D94083EC-587B-467B-A15E-C8DF237AEEAD}" presName="parentLeftMargin" presStyleLbl="node1" presStyleIdx="2" presStyleCnt="4"/>
      <dgm:spPr/>
    </dgm:pt>
    <dgm:pt modelId="{CA56F8C2-3DEC-BF47-98B7-91FBD30B3F17}" type="pres">
      <dgm:prSet presAssocID="{D94083EC-587B-467B-A15E-C8DF237AEEAD}" presName="parentText" presStyleLbl="node1" presStyleIdx="3" presStyleCnt="4" custLinFactNeighborX="75744" custLinFactNeighborY="-10218">
        <dgm:presLayoutVars>
          <dgm:chMax val="0"/>
          <dgm:bulletEnabled val="1"/>
        </dgm:presLayoutVars>
      </dgm:prSet>
      <dgm:spPr/>
    </dgm:pt>
    <dgm:pt modelId="{8B88A143-9635-0648-943D-8ECA9DE3C140}" type="pres">
      <dgm:prSet presAssocID="{D94083EC-587B-467B-A15E-C8DF237AEEAD}" presName="negativeSpace" presStyleCnt="0"/>
      <dgm:spPr/>
    </dgm:pt>
    <dgm:pt modelId="{2F7E2E63-969A-904D-9A56-7E9EBDA3D68B}" type="pres">
      <dgm:prSet presAssocID="{D94083EC-587B-467B-A15E-C8DF237AEEAD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D566E708-FB84-440E-8603-80CCC2CFC9F1}" srcId="{8AA69842-FBFE-4304-906B-188659CD8A04}" destId="{DD7DE1AB-A463-4F07-A37F-C4EA3AC891DD}" srcOrd="1" destOrd="0" parTransId="{062D474F-D4A2-4FEB-A1F4-13D389BC8E1A}" sibTransId="{AC264E34-8F1C-48BF-8268-F61A58823A87}"/>
    <dgm:cxn modelId="{62FF393B-96D1-4EB1-91E7-1FA95EBD512F}" srcId="{8AA69842-FBFE-4304-906B-188659CD8A04}" destId="{D94083EC-587B-467B-A15E-C8DF237AEEAD}" srcOrd="3" destOrd="0" parTransId="{24DAFDCC-643C-45FE-A8AC-79629CC2F6A6}" sibTransId="{A6139735-883E-418B-BF35-1D2A06AB1CA2}"/>
    <dgm:cxn modelId="{55703546-657C-B740-8C29-F0A182F8D779}" type="presOf" srcId="{71CBAD79-D75E-4897-824D-6285BEE17765}" destId="{C1193B03-E110-5546-94B3-E4850A3439C3}" srcOrd="0" destOrd="0" presId="urn:microsoft.com/office/officeart/2005/8/layout/list1"/>
    <dgm:cxn modelId="{D5D6245E-2965-DA4A-BCE5-50E7D0EE3BC4}" type="presOf" srcId="{D94083EC-587B-467B-A15E-C8DF237AEEAD}" destId="{9231585D-E688-CD4D-B6A9-3B975070F784}" srcOrd="0" destOrd="0" presId="urn:microsoft.com/office/officeart/2005/8/layout/list1"/>
    <dgm:cxn modelId="{6367E466-CD21-4490-A50D-BFB33321A7DD}" srcId="{8AA69842-FBFE-4304-906B-188659CD8A04}" destId="{4E4480D0-93AD-4C74-87AF-D4B52D9E9EE6}" srcOrd="2" destOrd="0" parTransId="{90288705-4C32-4265-A0DF-D9B10404105C}" sibTransId="{0251695F-6B70-466B-93D0-0524BA3917AC}"/>
    <dgm:cxn modelId="{334C379D-2A34-A445-8BBC-CDD4AFDDD4A1}" type="presOf" srcId="{8AA69842-FBFE-4304-906B-188659CD8A04}" destId="{768046D5-D608-D44C-AFBF-580EAA3FE3E6}" srcOrd="0" destOrd="0" presId="urn:microsoft.com/office/officeart/2005/8/layout/list1"/>
    <dgm:cxn modelId="{0E55CCB2-B8AE-3549-A9BC-7826E1746D2E}" type="presOf" srcId="{4E4480D0-93AD-4C74-87AF-D4B52D9E9EE6}" destId="{4754F98E-FF62-C546-9611-0A84E220B7F6}" srcOrd="1" destOrd="0" presId="urn:microsoft.com/office/officeart/2005/8/layout/list1"/>
    <dgm:cxn modelId="{B25B30B7-0C8C-9C4C-9DFA-B767656CCF97}" type="presOf" srcId="{DD7DE1AB-A463-4F07-A37F-C4EA3AC891DD}" destId="{C7E9EC2A-8753-2146-BD29-F1741984A7C0}" srcOrd="1" destOrd="0" presId="urn:microsoft.com/office/officeart/2005/8/layout/list1"/>
    <dgm:cxn modelId="{C4DA0DC6-D5D9-43AD-8C87-F93564ACC506}" srcId="{8AA69842-FBFE-4304-906B-188659CD8A04}" destId="{71CBAD79-D75E-4897-824D-6285BEE17765}" srcOrd="0" destOrd="0" parTransId="{AD99A27C-BFBA-4BC8-B521-A80E28E381D4}" sibTransId="{2A844000-DF4D-4529-B268-2C60E4AC4A3C}"/>
    <dgm:cxn modelId="{1319DCD2-090A-7847-BDF7-60917E119C0C}" type="presOf" srcId="{DD7DE1AB-A463-4F07-A37F-C4EA3AC891DD}" destId="{15D395B1-2B9B-BC4B-9203-59C915D603EB}" srcOrd="0" destOrd="0" presId="urn:microsoft.com/office/officeart/2005/8/layout/list1"/>
    <dgm:cxn modelId="{C63174DB-EF76-F94D-9024-C990B750EB37}" type="presOf" srcId="{4E4480D0-93AD-4C74-87AF-D4B52D9E9EE6}" destId="{8BD59A4E-6C49-B54E-81CB-C2F05C1C74CB}" srcOrd="0" destOrd="0" presId="urn:microsoft.com/office/officeart/2005/8/layout/list1"/>
    <dgm:cxn modelId="{51A954F2-5F72-DB4C-B8D7-BDE68AC84F7B}" type="presOf" srcId="{D94083EC-587B-467B-A15E-C8DF237AEEAD}" destId="{CA56F8C2-3DEC-BF47-98B7-91FBD30B3F17}" srcOrd="1" destOrd="0" presId="urn:microsoft.com/office/officeart/2005/8/layout/list1"/>
    <dgm:cxn modelId="{548585F6-3FB6-FF43-AC9C-5842C282E3C4}" type="presOf" srcId="{71CBAD79-D75E-4897-824D-6285BEE17765}" destId="{FD9827BB-F487-4E42-B53F-4482FA50F1DB}" srcOrd="1" destOrd="0" presId="urn:microsoft.com/office/officeart/2005/8/layout/list1"/>
    <dgm:cxn modelId="{A53B25D8-29FA-CD4F-9771-6344197EDD45}" type="presParOf" srcId="{768046D5-D608-D44C-AFBF-580EAA3FE3E6}" destId="{80D016D6-0522-6D40-8919-D79D0EA645FE}" srcOrd="0" destOrd="0" presId="urn:microsoft.com/office/officeart/2005/8/layout/list1"/>
    <dgm:cxn modelId="{D882FA9B-8341-3742-B22E-A53CF3C7B264}" type="presParOf" srcId="{80D016D6-0522-6D40-8919-D79D0EA645FE}" destId="{C1193B03-E110-5546-94B3-E4850A3439C3}" srcOrd="0" destOrd="0" presId="urn:microsoft.com/office/officeart/2005/8/layout/list1"/>
    <dgm:cxn modelId="{2D51A1AA-7EE3-C948-801C-3EFB5FC31A03}" type="presParOf" srcId="{80D016D6-0522-6D40-8919-D79D0EA645FE}" destId="{FD9827BB-F487-4E42-B53F-4482FA50F1DB}" srcOrd="1" destOrd="0" presId="urn:microsoft.com/office/officeart/2005/8/layout/list1"/>
    <dgm:cxn modelId="{68C9D64F-F135-7B44-816E-AE0674235BBE}" type="presParOf" srcId="{768046D5-D608-D44C-AFBF-580EAA3FE3E6}" destId="{6E042527-4EB2-7F48-A2FF-24787137762E}" srcOrd="1" destOrd="0" presId="urn:microsoft.com/office/officeart/2005/8/layout/list1"/>
    <dgm:cxn modelId="{9594BC06-97BF-4747-9ED5-BCE6F4CF2427}" type="presParOf" srcId="{768046D5-D608-D44C-AFBF-580EAA3FE3E6}" destId="{C0583ED2-3BFA-984D-86AF-272C108438C7}" srcOrd="2" destOrd="0" presId="urn:microsoft.com/office/officeart/2005/8/layout/list1"/>
    <dgm:cxn modelId="{057202FC-7848-3445-812D-C55381566C5D}" type="presParOf" srcId="{768046D5-D608-D44C-AFBF-580EAA3FE3E6}" destId="{868F8855-2C45-1246-AF46-884D65958F77}" srcOrd="3" destOrd="0" presId="urn:microsoft.com/office/officeart/2005/8/layout/list1"/>
    <dgm:cxn modelId="{932F4A45-CB47-8C44-94CF-7FE051C73398}" type="presParOf" srcId="{768046D5-D608-D44C-AFBF-580EAA3FE3E6}" destId="{09A95426-E5BC-904B-B1BA-6009B0BF5D84}" srcOrd="4" destOrd="0" presId="urn:microsoft.com/office/officeart/2005/8/layout/list1"/>
    <dgm:cxn modelId="{9A0F26E1-A02B-8E46-BE74-E41DC96A3C86}" type="presParOf" srcId="{09A95426-E5BC-904B-B1BA-6009B0BF5D84}" destId="{15D395B1-2B9B-BC4B-9203-59C915D603EB}" srcOrd="0" destOrd="0" presId="urn:microsoft.com/office/officeart/2005/8/layout/list1"/>
    <dgm:cxn modelId="{2BE63ECE-7C24-1F42-AAD9-4B5A221B6971}" type="presParOf" srcId="{09A95426-E5BC-904B-B1BA-6009B0BF5D84}" destId="{C7E9EC2A-8753-2146-BD29-F1741984A7C0}" srcOrd="1" destOrd="0" presId="urn:microsoft.com/office/officeart/2005/8/layout/list1"/>
    <dgm:cxn modelId="{0022C2EB-A28B-0C42-959F-95D98175352A}" type="presParOf" srcId="{768046D5-D608-D44C-AFBF-580EAA3FE3E6}" destId="{660AD1BC-9F6E-6C49-8871-01D15BA24B8A}" srcOrd="5" destOrd="0" presId="urn:microsoft.com/office/officeart/2005/8/layout/list1"/>
    <dgm:cxn modelId="{ECA7527C-B9DA-254E-8FFF-F7F8065C3B92}" type="presParOf" srcId="{768046D5-D608-D44C-AFBF-580EAA3FE3E6}" destId="{45B6E840-9048-0F4B-AB0E-BD72DBFFFEB8}" srcOrd="6" destOrd="0" presId="urn:microsoft.com/office/officeart/2005/8/layout/list1"/>
    <dgm:cxn modelId="{262E2348-3692-B742-852E-D376EE08FDED}" type="presParOf" srcId="{768046D5-D608-D44C-AFBF-580EAA3FE3E6}" destId="{602FF0EE-560C-4A40-BFDD-973D79F813FB}" srcOrd="7" destOrd="0" presId="urn:microsoft.com/office/officeart/2005/8/layout/list1"/>
    <dgm:cxn modelId="{A8CAEE3B-98BE-0E41-961D-9FD172E819BC}" type="presParOf" srcId="{768046D5-D608-D44C-AFBF-580EAA3FE3E6}" destId="{C0B7B926-CEF8-9D47-9ADE-ECC01A124EF2}" srcOrd="8" destOrd="0" presId="urn:microsoft.com/office/officeart/2005/8/layout/list1"/>
    <dgm:cxn modelId="{B7D50DE8-2FA1-6A4B-85D9-4EC197C3E6A0}" type="presParOf" srcId="{C0B7B926-CEF8-9D47-9ADE-ECC01A124EF2}" destId="{8BD59A4E-6C49-B54E-81CB-C2F05C1C74CB}" srcOrd="0" destOrd="0" presId="urn:microsoft.com/office/officeart/2005/8/layout/list1"/>
    <dgm:cxn modelId="{9763DD87-9F03-5843-8022-DD2132121D22}" type="presParOf" srcId="{C0B7B926-CEF8-9D47-9ADE-ECC01A124EF2}" destId="{4754F98E-FF62-C546-9611-0A84E220B7F6}" srcOrd="1" destOrd="0" presId="urn:microsoft.com/office/officeart/2005/8/layout/list1"/>
    <dgm:cxn modelId="{79B4D9E6-90A7-1647-B4DA-E96BCCA4FBE2}" type="presParOf" srcId="{768046D5-D608-D44C-AFBF-580EAA3FE3E6}" destId="{33E7C537-46EC-5D47-AF9B-083E4F49A3CD}" srcOrd="9" destOrd="0" presId="urn:microsoft.com/office/officeart/2005/8/layout/list1"/>
    <dgm:cxn modelId="{DCA76694-CFC4-9445-AF44-30D536EC14D9}" type="presParOf" srcId="{768046D5-D608-D44C-AFBF-580EAA3FE3E6}" destId="{D31511C3-7F9E-1E41-8F6A-1BE97E1ED1F0}" srcOrd="10" destOrd="0" presId="urn:microsoft.com/office/officeart/2005/8/layout/list1"/>
    <dgm:cxn modelId="{953E6485-9B5B-EE4A-BEAB-F0F40E42ED82}" type="presParOf" srcId="{768046D5-D608-D44C-AFBF-580EAA3FE3E6}" destId="{40422F8A-ADA0-2C42-9D4B-45933C85DEAC}" srcOrd="11" destOrd="0" presId="urn:microsoft.com/office/officeart/2005/8/layout/list1"/>
    <dgm:cxn modelId="{3596143B-644E-2746-B3ED-8C49BC687A51}" type="presParOf" srcId="{768046D5-D608-D44C-AFBF-580EAA3FE3E6}" destId="{0568F0FD-B635-2440-AD41-CCC9DD836EC8}" srcOrd="12" destOrd="0" presId="urn:microsoft.com/office/officeart/2005/8/layout/list1"/>
    <dgm:cxn modelId="{1B749B8F-8019-9B4B-9929-D7824578E18B}" type="presParOf" srcId="{0568F0FD-B635-2440-AD41-CCC9DD836EC8}" destId="{9231585D-E688-CD4D-B6A9-3B975070F784}" srcOrd="0" destOrd="0" presId="urn:microsoft.com/office/officeart/2005/8/layout/list1"/>
    <dgm:cxn modelId="{48B85129-29A7-1B45-B25F-6B2BA75E3955}" type="presParOf" srcId="{0568F0FD-B635-2440-AD41-CCC9DD836EC8}" destId="{CA56F8C2-3DEC-BF47-98B7-91FBD30B3F17}" srcOrd="1" destOrd="0" presId="urn:microsoft.com/office/officeart/2005/8/layout/list1"/>
    <dgm:cxn modelId="{AF49C55B-25CD-6448-96A7-A799B78DB5A6}" type="presParOf" srcId="{768046D5-D608-D44C-AFBF-580EAA3FE3E6}" destId="{8B88A143-9635-0648-943D-8ECA9DE3C140}" srcOrd="13" destOrd="0" presId="urn:microsoft.com/office/officeart/2005/8/layout/list1"/>
    <dgm:cxn modelId="{9B3C22E7-0E66-2F4B-86F1-34BBE121F3AC}" type="presParOf" srcId="{768046D5-D608-D44C-AFBF-580EAA3FE3E6}" destId="{2F7E2E63-969A-904D-9A56-7E9EBDA3D68B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F843EAE-DA46-4068-853D-F4B7ED3F642E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BBF5365B-F2DD-4F36-98E8-B0BD4374D186}">
      <dgm:prSet/>
      <dgm:spPr/>
      <dgm:t>
        <a:bodyPr/>
        <a:lstStyle/>
        <a:p>
          <a:r>
            <a:rPr lang="el-GR" b="0" i="0" dirty="0"/>
            <a:t>Συνολικές Πωλήσεις</a:t>
          </a:r>
          <a:endParaRPr lang="en-US" dirty="0"/>
        </a:p>
      </dgm:t>
    </dgm:pt>
    <dgm:pt modelId="{5C728F33-20EA-4954-9D54-8424A3AD277D}" type="parTrans" cxnId="{80A01177-C8A1-4733-9494-81A13419D087}">
      <dgm:prSet/>
      <dgm:spPr/>
      <dgm:t>
        <a:bodyPr/>
        <a:lstStyle/>
        <a:p>
          <a:endParaRPr lang="en-US"/>
        </a:p>
      </dgm:t>
    </dgm:pt>
    <dgm:pt modelId="{6A225784-CC1E-4B78-92CE-819FA7A53C8F}" type="sibTrans" cxnId="{80A01177-C8A1-4733-9494-81A13419D087}">
      <dgm:prSet/>
      <dgm:spPr/>
      <dgm:t>
        <a:bodyPr/>
        <a:lstStyle/>
        <a:p>
          <a:endParaRPr lang="en-US"/>
        </a:p>
      </dgm:t>
    </dgm:pt>
    <dgm:pt modelId="{918DE9EC-535D-49AD-9DD8-CE7B37FD3BCE}">
      <dgm:prSet/>
      <dgm:spPr/>
      <dgm:t>
        <a:bodyPr/>
        <a:lstStyle/>
        <a:p>
          <a:r>
            <a:rPr lang="el-GR" b="0" i="0"/>
            <a:t>Συνολικό Κέρδος</a:t>
          </a:r>
          <a:endParaRPr lang="en-US"/>
        </a:p>
      </dgm:t>
    </dgm:pt>
    <dgm:pt modelId="{C2581212-5BFF-4784-89DF-CCEE73A1BEA6}" type="parTrans" cxnId="{4D9C57E9-FF59-4206-BBAC-8C69F459D162}">
      <dgm:prSet/>
      <dgm:spPr/>
      <dgm:t>
        <a:bodyPr/>
        <a:lstStyle/>
        <a:p>
          <a:endParaRPr lang="en-US"/>
        </a:p>
      </dgm:t>
    </dgm:pt>
    <dgm:pt modelId="{3413C310-4BB5-4580-BD4F-97D48C8D4013}" type="sibTrans" cxnId="{4D9C57E9-FF59-4206-BBAC-8C69F459D162}">
      <dgm:prSet/>
      <dgm:spPr/>
      <dgm:t>
        <a:bodyPr/>
        <a:lstStyle/>
        <a:p>
          <a:endParaRPr lang="en-US"/>
        </a:p>
      </dgm:t>
    </dgm:pt>
    <dgm:pt modelId="{3F889CD8-69BB-45C2-B049-A47EA659A888}">
      <dgm:prSet/>
      <dgm:spPr/>
      <dgm:t>
        <a:bodyPr/>
        <a:lstStyle/>
        <a:p>
          <a:r>
            <a:rPr lang="el-GR" b="0" i="0"/>
            <a:t>Μέση Έκπτωση</a:t>
          </a:r>
          <a:endParaRPr lang="en-US"/>
        </a:p>
      </dgm:t>
    </dgm:pt>
    <dgm:pt modelId="{895E8A12-3505-4E23-82EC-D3FDB5373FDF}" type="parTrans" cxnId="{BAE82951-0A35-4813-B29B-427A24E757CB}">
      <dgm:prSet/>
      <dgm:spPr/>
      <dgm:t>
        <a:bodyPr/>
        <a:lstStyle/>
        <a:p>
          <a:endParaRPr lang="en-US"/>
        </a:p>
      </dgm:t>
    </dgm:pt>
    <dgm:pt modelId="{FC0FD5D6-FC2E-4270-BDAF-2D8C1C80CC1D}" type="sibTrans" cxnId="{BAE82951-0A35-4813-B29B-427A24E757CB}">
      <dgm:prSet/>
      <dgm:spPr/>
      <dgm:t>
        <a:bodyPr/>
        <a:lstStyle/>
        <a:p>
          <a:endParaRPr lang="en-US"/>
        </a:p>
      </dgm:t>
    </dgm:pt>
    <dgm:pt modelId="{88148476-C3A5-F448-A887-3C74F82DF1EC}" type="pres">
      <dgm:prSet presAssocID="{3F843EAE-DA46-4068-853D-F4B7ED3F642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54F20FA-AC91-EE43-B197-808EA9AC51A2}" type="pres">
      <dgm:prSet presAssocID="{BBF5365B-F2DD-4F36-98E8-B0BD4374D186}" presName="hierRoot1" presStyleCnt="0"/>
      <dgm:spPr/>
    </dgm:pt>
    <dgm:pt modelId="{7883D01D-6B10-A04B-8B1B-1EC9B42C4298}" type="pres">
      <dgm:prSet presAssocID="{BBF5365B-F2DD-4F36-98E8-B0BD4374D186}" presName="composite" presStyleCnt="0"/>
      <dgm:spPr/>
    </dgm:pt>
    <dgm:pt modelId="{4F82C2A4-42CB-D744-8A90-DEC049E27B7D}" type="pres">
      <dgm:prSet presAssocID="{BBF5365B-F2DD-4F36-98E8-B0BD4374D186}" presName="background" presStyleLbl="node0" presStyleIdx="0" presStyleCnt="3"/>
      <dgm:spPr>
        <a:solidFill>
          <a:srgbClr val="002060"/>
        </a:solidFill>
      </dgm:spPr>
    </dgm:pt>
    <dgm:pt modelId="{8161DDCE-C4D7-3046-A511-270FB126E41F}" type="pres">
      <dgm:prSet presAssocID="{BBF5365B-F2DD-4F36-98E8-B0BD4374D186}" presName="text" presStyleLbl="fgAcc0" presStyleIdx="0" presStyleCnt="3">
        <dgm:presLayoutVars>
          <dgm:chPref val="3"/>
        </dgm:presLayoutVars>
      </dgm:prSet>
      <dgm:spPr/>
    </dgm:pt>
    <dgm:pt modelId="{804F2992-A879-CE46-9044-F4CD19E0D663}" type="pres">
      <dgm:prSet presAssocID="{BBF5365B-F2DD-4F36-98E8-B0BD4374D186}" presName="hierChild2" presStyleCnt="0"/>
      <dgm:spPr/>
    </dgm:pt>
    <dgm:pt modelId="{EFA30FAA-2D33-6249-AFC0-56F4132DA691}" type="pres">
      <dgm:prSet presAssocID="{918DE9EC-535D-49AD-9DD8-CE7B37FD3BCE}" presName="hierRoot1" presStyleCnt="0"/>
      <dgm:spPr/>
    </dgm:pt>
    <dgm:pt modelId="{76B0C6A9-F515-814F-A7C4-7E3CEE9EEEBE}" type="pres">
      <dgm:prSet presAssocID="{918DE9EC-535D-49AD-9DD8-CE7B37FD3BCE}" presName="composite" presStyleCnt="0"/>
      <dgm:spPr/>
    </dgm:pt>
    <dgm:pt modelId="{DC3DD2DD-3EC4-3044-964E-E16AF8906430}" type="pres">
      <dgm:prSet presAssocID="{918DE9EC-535D-49AD-9DD8-CE7B37FD3BCE}" presName="background" presStyleLbl="node0" presStyleIdx="1" presStyleCnt="3"/>
      <dgm:spPr>
        <a:solidFill>
          <a:srgbClr val="002060"/>
        </a:solidFill>
      </dgm:spPr>
    </dgm:pt>
    <dgm:pt modelId="{9FBD433D-DCD1-2149-95D4-0B11E4EB6CBD}" type="pres">
      <dgm:prSet presAssocID="{918DE9EC-535D-49AD-9DD8-CE7B37FD3BCE}" presName="text" presStyleLbl="fgAcc0" presStyleIdx="1" presStyleCnt="3">
        <dgm:presLayoutVars>
          <dgm:chPref val="3"/>
        </dgm:presLayoutVars>
      </dgm:prSet>
      <dgm:spPr/>
    </dgm:pt>
    <dgm:pt modelId="{E230E3F6-05E6-2B48-A417-89AE82619957}" type="pres">
      <dgm:prSet presAssocID="{918DE9EC-535D-49AD-9DD8-CE7B37FD3BCE}" presName="hierChild2" presStyleCnt="0"/>
      <dgm:spPr/>
    </dgm:pt>
    <dgm:pt modelId="{0C3F2AE5-7CF8-E04F-8F64-27172C7B47E1}" type="pres">
      <dgm:prSet presAssocID="{3F889CD8-69BB-45C2-B049-A47EA659A888}" presName="hierRoot1" presStyleCnt="0"/>
      <dgm:spPr/>
    </dgm:pt>
    <dgm:pt modelId="{D1F4243C-D9C7-C74C-A358-E2774CE86DBC}" type="pres">
      <dgm:prSet presAssocID="{3F889CD8-69BB-45C2-B049-A47EA659A888}" presName="composite" presStyleCnt="0"/>
      <dgm:spPr/>
    </dgm:pt>
    <dgm:pt modelId="{8BC504A3-76B4-A94E-A585-2733F8469E82}" type="pres">
      <dgm:prSet presAssocID="{3F889CD8-69BB-45C2-B049-A47EA659A888}" presName="background" presStyleLbl="node0" presStyleIdx="2" presStyleCnt="3"/>
      <dgm:spPr>
        <a:solidFill>
          <a:srgbClr val="002060"/>
        </a:solidFill>
        <a:ln>
          <a:solidFill>
            <a:srgbClr val="002060"/>
          </a:solidFill>
        </a:ln>
      </dgm:spPr>
    </dgm:pt>
    <dgm:pt modelId="{47B6CB2C-925B-504C-8AAA-ECCE583F7049}" type="pres">
      <dgm:prSet presAssocID="{3F889CD8-69BB-45C2-B049-A47EA659A888}" presName="text" presStyleLbl="fgAcc0" presStyleIdx="2" presStyleCnt="3">
        <dgm:presLayoutVars>
          <dgm:chPref val="3"/>
        </dgm:presLayoutVars>
      </dgm:prSet>
      <dgm:spPr/>
    </dgm:pt>
    <dgm:pt modelId="{05545C63-E8AE-1F47-99EF-090CE5D420B9}" type="pres">
      <dgm:prSet presAssocID="{3F889CD8-69BB-45C2-B049-A47EA659A888}" presName="hierChild2" presStyleCnt="0"/>
      <dgm:spPr/>
    </dgm:pt>
  </dgm:ptLst>
  <dgm:cxnLst>
    <dgm:cxn modelId="{5CC2292F-EF06-F047-9BA6-71DA65723EC4}" type="presOf" srcId="{3F843EAE-DA46-4068-853D-F4B7ED3F642E}" destId="{88148476-C3A5-F448-A887-3C74F82DF1EC}" srcOrd="0" destOrd="0" presId="urn:microsoft.com/office/officeart/2005/8/layout/hierarchy1"/>
    <dgm:cxn modelId="{BAE82951-0A35-4813-B29B-427A24E757CB}" srcId="{3F843EAE-DA46-4068-853D-F4B7ED3F642E}" destId="{3F889CD8-69BB-45C2-B049-A47EA659A888}" srcOrd="2" destOrd="0" parTransId="{895E8A12-3505-4E23-82EC-D3FDB5373FDF}" sibTransId="{FC0FD5D6-FC2E-4270-BDAF-2D8C1C80CC1D}"/>
    <dgm:cxn modelId="{27256556-6BAF-1D4E-B7EB-617F97799192}" type="presOf" srcId="{BBF5365B-F2DD-4F36-98E8-B0BD4374D186}" destId="{8161DDCE-C4D7-3046-A511-270FB126E41F}" srcOrd="0" destOrd="0" presId="urn:microsoft.com/office/officeart/2005/8/layout/hierarchy1"/>
    <dgm:cxn modelId="{07B90262-A2F4-FB4B-9B80-52E20E5C2309}" type="presOf" srcId="{3F889CD8-69BB-45C2-B049-A47EA659A888}" destId="{47B6CB2C-925B-504C-8AAA-ECCE583F7049}" srcOrd="0" destOrd="0" presId="urn:microsoft.com/office/officeart/2005/8/layout/hierarchy1"/>
    <dgm:cxn modelId="{80A01177-C8A1-4733-9494-81A13419D087}" srcId="{3F843EAE-DA46-4068-853D-F4B7ED3F642E}" destId="{BBF5365B-F2DD-4F36-98E8-B0BD4374D186}" srcOrd="0" destOrd="0" parTransId="{5C728F33-20EA-4954-9D54-8424A3AD277D}" sibTransId="{6A225784-CC1E-4B78-92CE-819FA7A53C8F}"/>
    <dgm:cxn modelId="{B4F4B9D6-CE7C-FD4D-A2C5-AA0506BE3EE8}" type="presOf" srcId="{918DE9EC-535D-49AD-9DD8-CE7B37FD3BCE}" destId="{9FBD433D-DCD1-2149-95D4-0B11E4EB6CBD}" srcOrd="0" destOrd="0" presId="urn:microsoft.com/office/officeart/2005/8/layout/hierarchy1"/>
    <dgm:cxn modelId="{4D9C57E9-FF59-4206-BBAC-8C69F459D162}" srcId="{3F843EAE-DA46-4068-853D-F4B7ED3F642E}" destId="{918DE9EC-535D-49AD-9DD8-CE7B37FD3BCE}" srcOrd="1" destOrd="0" parTransId="{C2581212-5BFF-4784-89DF-CCEE73A1BEA6}" sibTransId="{3413C310-4BB5-4580-BD4F-97D48C8D4013}"/>
    <dgm:cxn modelId="{342E1A4B-82DE-4D44-B08A-102D4E0EDECA}" type="presParOf" srcId="{88148476-C3A5-F448-A887-3C74F82DF1EC}" destId="{954F20FA-AC91-EE43-B197-808EA9AC51A2}" srcOrd="0" destOrd="0" presId="urn:microsoft.com/office/officeart/2005/8/layout/hierarchy1"/>
    <dgm:cxn modelId="{61D5B475-D323-4B41-8B81-4653205EDD4D}" type="presParOf" srcId="{954F20FA-AC91-EE43-B197-808EA9AC51A2}" destId="{7883D01D-6B10-A04B-8B1B-1EC9B42C4298}" srcOrd="0" destOrd="0" presId="urn:microsoft.com/office/officeart/2005/8/layout/hierarchy1"/>
    <dgm:cxn modelId="{5E67775C-765F-1848-BCD6-95871A2C393E}" type="presParOf" srcId="{7883D01D-6B10-A04B-8B1B-1EC9B42C4298}" destId="{4F82C2A4-42CB-D744-8A90-DEC049E27B7D}" srcOrd="0" destOrd="0" presId="urn:microsoft.com/office/officeart/2005/8/layout/hierarchy1"/>
    <dgm:cxn modelId="{69FC1A70-377B-D14B-8AEA-D42EC744B0F8}" type="presParOf" srcId="{7883D01D-6B10-A04B-8B1B-1EC9B42C4298}" destId="{8161DDCE-C4D7-3046-A511-270FB126E41F}" srcOrd="1" destOrd="0" presId="urn:microsoft.com/office/officeart/2005/8/layout/hierarchy1"/>
    <dgm:cxn modelId="{E1DCE146-D2EB-E549-96C8-E3A128AF18D0}" type="presParOf" srcId="{954F20FA-AC91-EE43-B197-808EA9AC51A2}" destId="{804F2992-A879-CE46-9044-F4CD19E0D663}" srcOrd="1" destOrd="0" presId="urn:microsoft.com/office/officeart/2005/8/layout/hierarchy1"/>
    <dgm:cxn modelId="{FDB50546-7265-B748-A9EE-C493ECB9BB1A}" type="presParOf" srcId="{88148476-C3A5-F448-A887-3C74F82DF1EC}" destId="{EFA30FAA-2D33-6249-AFC0-56F4132DA691}" srcOrd="1" destOrd="0" presId="urn:microsoft.com/office/officeart/2005/8/layout/hierarchy1"/>
    <dgm:cxn modelId="{D62E756E-F6EC-EE46-B381-A4B6EEDF8E38}" type="presParOf" srcId="{EFA30FAA-2D33-6249-AFC0-56F4132DA691}" destId="{76B0C6A9-F515-814F-A7C4-7E3CEE9EEEBE}" srcOrd="0" destOrd="0" presId="urn:microsoft.com/office/officeart/2005/8/layout/hierarchy1"/>
    <dgm:cxn modelId="{F574483A-A739-6F44-A69A-259CAF24B5FD}" type="presParOf" srcId="{76B0C6A9-F515-814F-A7C4-7E3CEE9EEEBE}" destId="{DC3DD2DD-3EC4-3044-964E-E16AF8906430}" srcOrd="0" destOrd="0" presId="urn:microsoft.com/office/officeart/2005/8/layout/hierarchy1"/>
    <dgm:cxn modelId="{828DC57E-A65D-E548-BE15-6C5E56F0FBE2}" type="presParOf" srcId="{76B0C6A9-F515-814F-A7C4-7E3CEE9EEEBE}" destId="{9FBD433D-DCD1-2149-95D4-0B11E4EB6CBD}" srcOrd="1" destOrd="0" presId="urn:microsoft.com/office/officeart/2005/8/layout/hierarchy1"/>
    <dgm:cxn modelId="{FDC1B27F-F21A-FE4F-9049-C957A803673C}" type="presParOf" srcId="{EFA30FAA-2D33-6249-AFC0-56F4132DA691}" destId="{E230E3F6-05E6-2B48-A417-89AE82619957}" srcOrd="1" destOrd="0" presId="urn:microsoft.com/office/officeart/2005/8/layout/hierarchy1"/>
    <dgm:cxn modelId="{80FADE5E-4D89-914E-A116-833111103A26}" type="presParOf" srcId="{88148476-C3A5-F448-A887-3C74F82DF1EC}" destId="{0C3F2AE5-7CF8-E04F-8F64-27172C7B47E1}" srcOrd="2" destOrd="0" presId="urn:microsoft.com/office/officeart/2005/8/layout/hierarchy1"/>
    <dgm:cxn modelId="{7C27124B-9EEE-1A4B-84BA-241569C6B740}" type="presParOf" srcId="{0C3F2AE5-7CF8-E04F-8F64-27172C7B47E1}" destId="{D1F4243C-D9C7-C74C-A358-E2774CE86DBC}" srcOrd="0" destOrd="0" presId="urn:microsoft.com/office/officeart/2005/8/layout/hierarchy1"/>
    <dgm:cxn modelId="{82C5BB33-3416-1547-9F5B-37C0A120F10F}" type="presParOf" srcId="{D1F4243C-D9C7-C74C-A358-E2774CE86DBC}" destId="{8BC504A3-76B4-A94E-A585-2733F8469E82}" srcOrd="0" destOrd="0" presId="urn:microsoft.com/office/officeart/2005/8/layout/hierarchy1"/>
    <dgm:cxn modelId="{14287F5F-688B-7A4B-9B96-CE3D371A90A6}" type="presParOf" srcId="{D1F4243C-D9C7-C74C-A358-E2774CE86DBC}" destId="{47B6CB2C-925B-504C-8AAA-ECCE583F7049}" srcOrd="1" destOrd="0" presId="urn:microsoft.com/office/officeart/2005/8/layout/hierarchy1"/>
    <dgm:cxn modelId="{FEAC4822-629E-7241-8B8E-D1C63295C3CF}" type="presParOf" srcId="{0C3F2AE5-7CF8-E04F-8F64-27172C7B47E1}" destId="{05545C63-E8AE-1F47-99EF-090CE5D420B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91E3D07-E5C2-4ED7-845F-DDD9C38014DC}" type="doc">
      <dgm:prSet loTypeId="urn:microsoft.com/office/officeart/2005/8/layout/matrix3" loCatId="matrix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FA2A565-7657-47CE-BC3F-EC2CD12D7DDD}">
      <dgm:prSet/>
      <dgm:spPr/>
      <dgm:t>
        <a:bodyPr/>
        <a:lstStyle/>
        <a:p>
          <a:r>
            <a:rPr lang="el-GR" b="0" i="0"/>
            <a:t>Μοντελοποίηση μέσω Weka</a:t>
          </a:r>
          <a:endParaRPr lang="en-US"/>
        </a:p>
      </dgm:t>
    </dgm:pt>
    <dgm:pt modelId="{D8BF82DA-5AA2-4D90-AC25-D57A82E111B5}" type="parTrans" cxnId="{D39ED1BE-EEA4-493A-B946-D199EA558D63}">
      <dgm:prSet/>
      <dgm:spPr/>
      <dgm:t>
        <a:bodyPr/>
        <a:lstStyle/>
        <a:p>
          <a:endParaRPr lang="en-US"/>
        </a:p>
      </dgm:t>
    </dgm:pt>
    <dgm:pt modelId="{98E3AF00-3596-498A-9E14-2CA98B6C290A}" type="sibTrans" cxnId="{D39ED1BE-EEA4-493A-B946-D199EA558D63}">
      <dgm:prSet/>
      <dgm:spPr/>
      <dgm:t>
        <a:bodyPr/>
        <a:lstStyle/>
        <a:p>
          <a:endParaRPr lang="en-US"/>
        </a:p>
      </dgm:t>
    </dgm:pt>
    <dgm:pt modelId="{62A2110F-68F6-4A9A-9B21-75D7A5BEE4EB}">
      <dgm:prSet/>
      <dgm:spPr>
        <a:solidFill>
          <a:schemeClr val="accent5">
            <a:lumMod val="50000"/>
          </a:schemeClr>
        </a:solidFill>
        <a:ln>
          <a:solidFill>
            <a:srgbClr val="002060"/>
          </a:solidFill>
        </a:ln>
      </dgm:spPr>
      <dgm:t>
        <a:bodyPr/>
        <a:lstStyle/>
        <a:p>
          <a:r>
            <a:rPr lang="el-GR" b="0" i="0" dirty="0"/>
            <a:t>Χρησιμοποιημένα μοντέλα</a:t>
          </a:r>
          <a:endParaRPr lang="en-US" dirty="0"/>
        </a:p>
      </dgm:t>
    </dgm:pt>
    <dgm:pt modelId="{D20DC5E2-73B4-4BA2-AEA1-968F39D45415}" type="parTrans" cxnId="{3D667328-8A72-45D6-834F-076010608198}">
      <dgm:prSet/>
      <dgm:spPr/>
      <dgm:t>
        <a:bodyPr/>
        <a:lstStyle/>
        <a:p>
          <a:endParaRPr lang="en-US"/>
        </a:p>
      </dgm:t>
    </dgm:pt>
    <dgm:pt modelId="{3E797729-4F2B-4B8D-8280-75643F105156}" type="sibTrans" cxnId="{3D667328-8A72-45D6-834F-076010608198}">
      <dgm:prSet/>
      <dgm:spPr/>
      <dgm:t>
        <a:bodyPr/>
        <a:lstStyle/>
        <a:p>
          <a:endParaRPr lang="en-US"/>
        </a:p>
      </dgm:t>
    </dgm:pt>
    <dgm:pt modelId="{6862D432-FFA3-495C-8A0B-584EAA35C40E}">
      <dgm:prSet/>
      <dgm:spPr>
        <a:solidFill>
          <a:srgbClr val="002060"/>
        </a:solidFill>
        <a:ln>
          <a:solidFill>
            <a:srgbClr val="002060"/>
          </a:solidFill>
        </a:ln>
      </dgm:spPr>
      <dgm:t>
        <a:bodyPr/>
        <a:lstStyle/>
        <a:p>
          <a:r>
            <a:rPr lang="el-GR" b="0" i="0"/>
            <a:t>Εύρεση Συσχετίσεων</a:t>
          </a:r>
          <a:endParaRPr lang="en-US"/>
        </a:p>
      </dgm:t>
    </dgm:pt>
    <dgm:pt modelId="{E3FBADD0-AAFD-481D-8179-4139758A42C2}" type="parTrans" cxnId="{B1F39470-3B66-4AFD-9E0E-0409E1493CF8}">
      <dgm:prSet/>
      <dgm:spPr/>
      <dgm:t>
        <a:bodyPr/>
        <a:lstStyle/>
        <a:p>
          <a:endParaRPr lang="en-US"/>
        </a:p>
      </dgm:t>
    </dgm:pt>
    <dgm:pt modelId="{2AF57791-15E9-4AEB-B379-8182DF70CB93}" type="sibTrans" cxnId="{B1F39470-3B66-4AFD-9E0E-0409E1493CF8}">
      <dgm:prSet/>
      <dgm:spPr/>
      <dgm:t>
        <a:bodyPr/>
        <a:lstStyle/>
        <a:p>
          <a:endParaRPr lang="en-US"/>
        </a:p>
      </dgm:t>
    </dgm:pt>
    <dgm:pt modelId="{B1DC1458-6BC2-47AD-BF1B-7B1BD8528E4E}">
      <dgm:prSet/>
      <dgm:spPr>
        <a:solidFill>
          <a:schemeClr val="accent6">
            <a:lumMod val="75000"/>
          </a:schemeClr>
        </a:solidFill>
        <a:ln>
          <a:solidFill>
            <a:schemeClr val="bg2">
              <a:lumMod val="90000"/>
            </a:schemeClr>
          </a:solidFill>
        </a:ln>
      </dgm:spPr>
      <dgm:t>
        <a:bodyPr/>
        <a:lstStyle/>
        <a:p>
          <a:r>
            <a:rPr lang="el-GR" b="0" i="0"/>
            <a:t>Κύριες συσχετίσεις μεταξύ μεταβλητών</a:t>
          </a:r>
          <a:endParaRPr lang="en-US"/>
        </a:p>
      </dgm:t>
    </dgm:pt>
    <dgm:pt modelId="{2D24F0B5-8871-4FEA-81E7-7A039CAD9503}" type="parTrans" cxnId="{B905CEC0-A81D-4463-A075-1689BE10A3D6}">
      <dgm:prSet/>
      <dgm:spPr/>
      <dgm:t>
        <a:bodyPr/>
        <a:lstStyle/>
        <a:p>
          <a:endParaRPr lang="en-US"/>
        </a:p>
      </dgm:t>
    </dgm:pt>
    <dgm:pt modelId="{EE81674D-3953-4514-BFE2-8A3CB78B7FD9}" type="sibTrans" cxnId="{B905CEC0-A81D-4463-A075-1689BE10A3D6}">
      <dgm:prSet/>
      <dgm:spPr/>
      <dgm:t>
        <a:bodyPr/>
        <a:lstStyle/>
        <a:p>
          <a:endParaRPr lang="en-US"/>
        </a:p>
      </dgm:t>
    </dgm:pt>
    <dgm:pt modelId="{481B64E0-AECE-AF4E-8214-6BCEFB4B8435}" type="pres">
      <dgm:prSet presAssocID="{B91E3D07-E5C2-4ED7-845F-DDD9C38014DC}" presName="matrix" presStyleCnt="0">
        <dgm:presLayoutVars>
          <dgm:chMax val="1"/>
          <dgm:dir/>
          <dgm:resizeHandles val="exact"/>
        </dgm:presLayoutVars>
      </dgm:prSet>
      <dgm:spPr/>
    </dgm:pt>
    <dgm:pt modelId="{D48C742B-4A24-0B4C-9834-F3039685B555}" type="pres">
      <dgm:prSet presAssocID="{B91E3D07-E5C2-4ED7-845F-DDD9C38014DC}" presName="diamond" presStyleLbl="bgShp" presStyleIdx="0" presStyleCnt="1"/>
      <dgm:spPr/>
    </dgm:pt>
    <dgm:pt modelId="{C268BA00-1CC2-544F-9C81-1235D08E81FB}" type="pres">
      <dgm:prSet presAssocID="{B91E3D07-E5C2-4ED7-845F-DDD9C38014DC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42F1C72C-2FC9-5545-938F-31252FE6BF50}" type="pres">
      <dgm:prSet presAssocID="{B91E3D07-E5C2-4ED7-845F-DDD9C38014DC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A0734E99-820E-624F-8873-90FCEC3984A2}" type="pres">
      <dgm:prSet presAssocID="{B91E3D07-E5C2-4ED7-845F-DDD9C38014DC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90034828-36AD-3545-8E39-E330A10D971F}" type="pres">
      <dgm:prSet presAssocID="{B91E3D07-E5C2-4ED7-845F-DDD9C38014DC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3D667328-8A72-45D6-834F-076010608198}" srcId="{B91E3D07-E5C2-4ED7-845F-DDD9C38014DC}" destId="{62A2110F-68F6-4A9A-9B21-75D7A5BEE4EB}" srcOrd="1" destOrd="0" parTransId="{D20DC5E2-73B4-4BA2-AEA1-968F39D45415}" sibTransId="{3E797729-4F2B-4B8D-8280-75643F105156}"/>
    <dgm:cxn modelId="{5BC13669-84C8-E042-8A9B-77D2FF0C03FC}" type="presOf" srcId="{B1DC1458-6BC2-47AD-BF1B-7B1BD8528E4E}" destId="{90034828-36AD-3545-8E39-E330A10D971F}" srcOrd="0" destOrd="0" presId="urn:microsoft.com/office/officeart/2005/8/layout/matrix3"/>
    <dgm:cxn modelId="{B1F39470-3B66-4AFD-9E0E-0409E1493CF8}" srcId="{B91E3D07-E5C2-4ED7-845F-DDD9C38014DC}" destId="{6862D432-FFA3-495C-8A0B-584EAA35C40E}" srcOrd="2" destOrd="0" parTransId="{E3FBADD0-AAFD-481D-8179-4139758A42C2}" sibTransId="{2AF57791-15E9-4AEB-B379-8182DF70CB93}"/>
    <dgm:cxn modelId="{4C12D48F-BE5A-9A46-A4A2-56513C26AF03}" type="presOf" srcId="{8FA2A565-7657-47CE-BC3F-EC2CD12D7DDD}" destId="{C268BA00-1CC2-544F-9C81-1235D08E81FB}" srcOrd="0" destOrd="0" presId="urn:microsoft.com/office/officeart/2005/8/layout/matrix3"/>
    <dgm:cxn modelId="{3DC82491-384E-884D-A500-B03F95CE39AC}" type="presOf" srcId="{62A2110F-68F6-4A9A-9B21-75D7A5BEE4EB}" destId="{42F1C72C-2FC9-5545-938F-31252FE6BF50}" srcOrd="0" destOrd="0" presId="urn:microsoft.com/office/officeart/2005/8/layout/matrix3"/>
    <dgm:cxn modelId="{4B23CEB1-7C04-1B47-BCA2-F435CE7F796E}" type="presOf" srcId="{B91E3D07-E5C2-4ED7-845F-DDD9C38014DC}" destId="{481B64E0-AECE-AF4E-8214-6BCEFB4B8435}" srcOrd="0" destOrd="0" presId="urn:microsoft.com/office/officeart/2005/8/layout/matrix3"/>
    <dgm:cxn modelId="{D39ED1BE-EEA4-493A-B946-D199EA558D63}" srcId="{B91E3D07-E5C2-4ED7-845F-DDD9C38014DC}" destId="{8FA2A565-7657-47CE-BC3F-EC2CD12D7DDD}" srcOrd="0" destOrd="0" parTransId="{D8BF82DA-5AA2-4D90-AC25-D57A82E111B5}" sibTransId="{98E3AF00-3596-498A-9E14-2CA98B6C290A}"/>
    <dgm:cxn modelId="{B905CEC0-A81D-4463-A075-1689BE10A3D6}" srcId="{B91E3D07-E5C2-4ED7-845F-DDD9C38014DC}" destId="{B1DC1458-6BC2-47AD-BF1B-7B1BD8528E4E}" srcOrd="3" destOrd="0" parTransId="{2D24F0B5-8871-4FEA-81E7-7A039CAD9503}" sibTransId="{EE81674D-3953-4514-BFE2-8A3CB78B7FD9}"/>
    <dgm:cxn modelId="{22118FC1-76F9-4245-972F-31B1BA722DD3}" type="presOf" srcId="{6862D432-FFA3-495C-8A0B-584EAA35C40E}" destId="{A0734E99-820E-624F-8873-90FCEC3984A2}" srcOrd="0" destOrd="0" presId="urn:microsoft.com/office/officeart/2005/8/layout/matrix3"/>
    <dgm:cxn modelId="{2A403A33-3DB7-1248-BD13-2B157D18EF12}" type="presParOf" srcId="{481B64E0-AECE-AF4E-8214-6BCEFB4B8435}" destId="{D48C742B-4A24-0B4C-9834-F3039685B555}" srcOrd="0" destOrd="0" presId="urn:microsoft.com/office/officeart/2005/8/layout/matrix3"/>
    <dgm:cxn modelId="{BE28A00C-6483-174E-91CF-9572DE4AECEB}" type="presParOf" srcId="{481B64E0-AECE-AF4E-8214-6BCEFB4B8435}" destId="{C268BA00-1CC2-544F-9C81-1235D08E81FB}" srcOrd="1" destOrd="0" presId="urn:microsoft.com/office/officeart/2005/8/layout/matrix3"/>
    <dgm:cxn modelId="{8837DAEC-6B47-3C42-ADD0-A5C0EFC0C53A}" type="presParOf" srcId="{481B64E0-AECE-AF4E-8214-6BCEFB4B8435}" destId="{42F1C72C-2FC9-5545-938F-31252FE6BF50}" srcOrd="2" destOrd="0" presId="urn:microsoft.com/office/officeart/2005/8/layout/matrix3"/>
    <dgm:cxn modelId="{FCCF13C9-AF4A-3042-9223-E845FA0D92C4}" type="presParOf" srcId="{481B64E0-AECE-AF4E-8214-6BCEFB4B8435}" destId="{A0734E99-820E-624F-8873-90FCEC3984A2}" srcOrd="3" destOrd="0" presId="urn:microsoft.com/office/officeart/2005/8/layout/matrix3"/>
    <dgm:cxn modelId="{39985F07-EDDA-044D-9687-D8100F2DCA6C}" type="presParOf" srcId="{481B64E0-AECE-AF4E-8214-6BCEFB4B8435}" destId="{90034828-36AD-3545-8E39-E330A10D971F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C07CB16-591B-4812-AF94-3AD17D44A885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778966CB-F951-4F7E-9AA5-A2FE6AA8C35D}">
      <dgm:prSet/>
      <dgm:spPr/>
      <dgm:t>
        <a:bodyPr/>
        <a:lstStyle/>
        <a:p>
          <a:r>
            <a:rPr lang="el-GR" b="0" i="0"/>
            <a:t>Profit or Loss</a:t>
          </a:r>
        </a:p>
      </dgm:t>
    </dgm:pt>
    <dgm:pt modelId="{FCC14F45-BAFF-42B5-88B0-AB94ECD0FE01}" type="parTrans" cxnId="{DF65E620-6AF4-40F2-89D5-85BED54D2D64}">
      <dgm:prSet/>
      <dgm:spPr/>
      <dgm:t>
        <a:bodyPr/>
        <a:lstStyle/>
        <a:p>
          <a:endParaRPr lang="en-US"/>
        </a:p>
      </dgm:t>
    </dgm:pt>
    <dgm:pt modelId="{4A7ABEA9-3E66-48C4-8F31-0F957D17AC51}" type="sibTrans" cxnId="{DF65E620-6AF4-40F2-89D5-85BED54D2D64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E561E1ED-1843-4F2C-A0A0-AFB15F35B982}">
      <dgm:prSet/>
      <dgm:spPr/>
      <dgm:t>
        <a:bodyPr/>
        <a:lstStyle/>
        <a:p>
          <a:r>
            <a:rPr lang="el-GR" b="0" i="0"/>
            <a:t>Περιγραφικά στατιστικά κέρδους και ζημιών</a:t>
          </a:r>
          <a:endParaRPr lang="en-US"/>
        </a:p>
      </dgm:t>
    </dgm:pt>
    <dgm:pt modelId="{C054EC2C-A9A3-41B4-B9AF-962114F33130}" type="parTrans" cxnId="{DB4D91C8-A6C3-430E-9775-A399F858BF57}">
      <dgm:prSet/>
      <dgm:spPr/>
      <dgm:t>
        <a:bodyPr/>
        <a:lstStyle/>
        <a:p>
          <a:endParaRPr lang="en-US"/>
        </a:p>
      </dgm:t>
    </dgm:pt>
    <dgm:pt modelId="{49239763-0902-42DD-A152-D159C3D3048A}" type="sibTrans" cxnId="{DB4D91C8-A6C3-430E-9775-A399F858BF57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236F1A75-1BFB-4192-85CF-2A1F9498D467}">
      <dgm:prSet/>
      <dgm:spPr/>
      <dgm:t>
        <a:bodyPr/>
        <a:lstStyle/>
        <a:p>
          <a:r>
            <a:rPr lang="el-GR" b="0" i="0"/>
            <a:t>Discounts</a:t>
          </a:r>
          <a:r>
            <a:rPr lang="el-GR"/>
            <a:t> (</a:t>
          </a:r>
          <a:r>
            <a:rPr lang="el-GR" b="0" i="0"/>
            <a:t>Ελάχιστο, Μέγιστο, Μέσος Όρος Εκπτώσεων)</a:t>
          </a:r>
          <a:endParaRPr lang="en-US"/>
        </a:p>
      </dgm:t>
    </dgm:pt>
    <dgm:pt modelId="{CBE692F6-7985-4E27-AB4D-44D3B9828B22}" type="parTrans" cxnId="{71ACC9B1-2701-4A46-A9FA-AAF7D2E21B7A}">
      <dgm:prSet/>
      <dgm:spPr/>
      <dgm:t>
        <a:bodyPr/>
        <a:lstStyle/>
        <a:p>
          <a:endParaRPr lang="en-US"/>
        </a:p>
      </dgm:t>
    </dgm:pt>
    <dgm:pt modelId="{C76791FB-5879-4399-A074-5E6B2F0E084A}" type="sibTrans" cxnId="{71ACC9B1-2701-4A46-A9FA-AAF7D2E21B7A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E6C57455-8F15-4644-A238-0A84D00D1BC4}" type="pres">
      <dgm:prSet presAssocID="{AC07CB16-591B-4812-AF94-3AD17D44A885}" presName="Name0" presStyleCnt="0">
        <dgm:presLayoutVars>
          <dgm:animLvl val="lvl"/>
          <dgm:resizeHandles val="exact"/>
        </dgm:presLayoutVars>
      </dgm:prSet>
      <dgm:spPr/>
    </dgm:pt>
    <dgm:pt modelId="{FA92FD79-6EB9-6C41-B943-B62F15393E0C}" type="pres">
      <dgm:prSet presAssocID="{778966CB-F951-4F7E-9AA5-A2FE6AA8C35D}" presName="compositeNode" presStyleCnt="0">
        <dgm:presLayoutVars>
          <dgm:bulletEnabled val="1"/>
        </dgm:presLayoutVars>
      </dgm:prSet>
      <dgm:spPr/>
    </dgm:pt>
    <dgm:pt modelId="{65B63763-6F89-4A4C-AB73-9950216EA60B}" type="pres">
      <dgm:prSet presAssocID="{778966CB-F951-4F7E-9AA5-A2FE6AA8C35D}" presName="bgRect" presStyleLbl="alignNode1" presStyleIdx="0" presStyleCnt="3"/>
      <dgm:spPr/>
    </dgm:pt>
    <dgm:pt modelId="{441F1261-C593-1043-ACC4-6F61AFF2B931}" type="pres">
      <dgm:prSet presAssocID="{4A7ABEA9-3E66-48C4-8F31-0F957D17AC51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66A0CAAB-6EA6-1F4C-B358-86C0879C2E02}" type="pres">
      <dgm:prSet presAssocID="{778966CB-F951-4F7E-9AA5-A2FE6AA8C35D}" presName="nodeRect" presStyleLbl="alignNode1" presStyleIdx="0" presStyleCnt="3">
        <dgm:presLayoutVars>
          <dgm:bulletEnabled val="1"/>
        </dgm:presLayoutVars>
      </dgm:prSet>
      <dgm:spPr/>
    </dgm:pt>
    <dgm:pt modelId="{22CB302E-FD11-A647-A13D-1664A3383BB5}" type="pres">
      <dgm:prSet presAssocID="{4A7ABEA9-3E66-48C4-8F31-0F957D17AC51}" presName="sibTrans" presStyleCnt="0"/>
      <dgm:spPr/>
    </dgm:pt>
    <dgm:pt modelId="{D8D0DCF9-1CB0-F848-891F-61FD8E4F0315}" type="pres">
      <dgm:prSet presAssocID="{E561E1ED-1843-4F2C-A0A0-AFB15F35B982}" presName="compositeNode" presStyleCnt="0">
        <dgm:presLayoutVars>
          <dgm:bulletEnabled val="1"/>
        </dgm:presLayoutVars>
      </dgm:prSet>
      <dgm:spPr/>
    </dgm:pt>
    <dgm:pt modelId="{EF0C2000-B8B7-1540-B4DD-DAD7D2E23281}" type="pres">
      <dgm:prSet presAssocID="{E561E1ED-1843-4F2C-A0A0-AFB15F35B982}" presName="bgRect" presStyleLbl="alignNode1" presStyleIdx="1" presStyleCnt="3"/>
      <dgm:spPr/>
    </dgm:pt>
    <dgm:pt modelId="{23FAE35B-39B8-D84E-BC3B-F61229252B47}" type="pres">
      <dgm:prSet presAssocID="{49239763-0902-42DD-A152-D159C3D3048A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7176991E-0E1B-5E45-A7FF-C0A54834C734}" type="pres">
      <dgm:prSet presAssocID="{E561E1ED-1843-4F2C-A0A0-AFB15F35B982}" presName="nodeRect" presStyleLbl="alignNode1" presStyleIdx="1" presStyleCnt="3">
        <dgm:presLayoutVars>
          <dgm:bulletEnabled val="1"/>
        </dgm:presLayoutVars>
      </dgm:prSet>
      <dgm:spPr/>
    </dgm:pt>
    <dgm:pt modelId="{C2EC800C-2C30-1645-BF59-DF1AB8844365}" type="pres">
      <dgm:prSet presAssocID="{49239763-0902-42DD-A152-D159C3D3048A}" presName="sibTrans" presStyleCnt="0"/>
      <dgm:spPr/>
    </dgm:pt>
    <dgm:pt modelId="{77739C49-0A2F-354E-8366-A965B21E0DEC}" type="pres">
      <dgm:prSet presAssocID="{236F1A75-1BFB-4192-85CF-2A1F9498D467}" presName="compositeNode" presStyleCnt="0">
        <dgm:presLayoutVars>
          <dgm:bulletEnabled val="1"/>
        </dgm:presLayoutVars>
      </dgm:prSet>
      <dgm:spPr/>
    </dgm:pt>
    <dgm:pt modelId="{28A1C294-BB8F-CC4B-B8D5-FA4EFFDF5261}" type="pres">
      <dgm:prSet presAssocID="{236F1A75-1BFB-4192-85CF-2A1F9498D467}" presName="bgRect" presStyleLbl="alignNode1" presStyleIdx="2" presStyleCnt="3"/>
      <dgm:spPr/>
    </dgm:pt>
    <dgm:pt modelId="{857834F7-2184-334B-805E-11F50F25A907}" type="pres">
      <dgm:prSet presAssocID="{C76791FB-5879-4399-A074-5E6B2F0E084A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CEA68499-56B8-114C-804B-3EAD16B0D91D}" type="pres">
      <dgm:prSet presAssocID="{236F1A75-1BFB-4192-85CF-2A1F9498D467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DF65E620-6AF4-40F2-89D5-85BED54D2D64}" srcId="{AC07CB16-591B-4812-AF94-3AD17D44A885}" destId="{778966CB-F951-4F7E-9AA5-A2FE6AA8C35D}" srcOrd="0" destOrd="0" parTransId="{FCC14F45-BAFF-42B5-88B0-AB94ECD0FE01}" sibTransId="{4A7ABEA9-3E66-48C4-8F31-0F957D17AC51}"/>
    <dgm:cxn modelId="{92289C38-49AA-4643-8494-355C9CF35CEF}" type="presOf" srcId="{778966CB-F951-4F7E-9AA5-A2FE6AA8C35D}" destId="{66A0CAAB-6EA6-1F4C-B358-86C0879C2E02}" srcOrd="1" destOrd="0" presId="urn:microsoft.com/office/officeart/2016/7/layout/LinearBlockProcessNumbered"/>
    <dgm:cxn modelId="{ADC66F40-B31F-1E48-B86A-345F03BC418E}" type="presOf" srcId="{236F1A75-1BFB-4192-85CF-2A1F9498D467}" destId="{CEA68499-56B8-114C-804B-3EAD16B0D91D}" srcOrd="1" destOrd="0" presId="urn:microsoft.com/office/officeart/2016/7/layout/LinearBlockProcessNumbered"/>
    <dgm:cxn modelId="{8460134D-3EA3-7C4C-BE6C-0D5C1E852616}" type="presOf" srcId="{49239763-0902-42DD-A152-D159C3D3048A}" destId="{23FAE35B-39B8-D84E-BC3B-F61229252B47}" srcOrd="0" destOrd="0" presId="urn:microsoft.com/office/officeart/2016/7/layout/LinearBlockProcessNumbered"/>
    <dgm:cxn modelId="{2C797870-3611-E741-B489-381F35116B79}" type="presOf" srcId="{E561E1ED-1843-4F2C-A0A0-AFB15F35B982}" destId="{7176991E-0E1B-5E45-A7FF-C0A54834C734}" srcOrd="1" destOrd="0" presId="urn:microsoft.com/office/officeart/2016/7/layout/LinearBlockProcessNumbered"/>
    <dgm:cxn modelId="{9FD73F8B-B476-234A-998F-AD0FC295A14E}" type="presOf" srcId="{778966CB-F951-4F7E-9AA5-A2FE6AA8C35D}" destId="{65B63763-6F89-4A4C-AB73-9950216EA60B}" srcOrd="0" destOrd="0" presId="urn:microsoft.com/office/officeart/2016/7/layout/LinearBlockProcessNumbered"/>
    <dgm:cxn modelId="{BAA42FAD-1966-EB42-A556-F1027B3E0FA7}" type="presOf" srcId="{AC07CB16-591B-4812-AF94-3AD17D44A885}" destId="{E6C57455-8F15-4644-A238-0A84D00D1BC4}" srcOrd="0" destOrd="0" presId="urn:microsoft.com/office/officeart/2016/7/layout/LinearBlockProcessNumbered"/>
    <dgm:cxn modelId="{71ACC9B1-2701-4A46-A9FA-AAF7D2E21B7A}" srcId="{AC07CB16-591B-4812-AF94-3AD17D44A885}" destId="{236F1A75-1BFB-4192-85CF-2A1F9498D467}" srcOrd="2" destOrd="0" parTransId="{CBE692F6-7985-4E27-AB4D-44D3B9828B22}" sibTransId="{C76791FB-5879-4399-A074-5E6B2F0E084A}"/>
    <dgm:cxn modelId="{7AD9EAB8-8668-C141-A437-CCFE74E71E1A}" type="presOf" srcId="{C76791FB-5879-4399-A074-5E6B2F0E084A}" destId="{857834F7-2184-334B-805E-11F50F25A907}" srcOrd="0" destOrd="0" presId="urn:microsoft.com/office/officeart/2016/7/layout/LinearBlockProcessNumbered"/>
    <dgm:cxn modelId="{84D7A7C3-3E08-2640-ADA0-753DFAAE50BF}" type="presOf" srcId="{E561E1ED-1843-4F2C-A0A0-AFB15F35B982}" destId="{EF0C2000-B8B7-1540-B4DD-DAD7D2E23281}" srcOrd="0" destOrd="0" presId="urn:microsoft.com/office/officeart/2016/7/layout/LinearBlockProcessNumbered"/>
    <dgm:cxn modelId="{DB4D91C8-A6C3-430E-9775-A399F858BF57}" srcId="{AC07CB16-591B-4812-AF94-3AD17D44A885}" destId="{E561E1ED-1843-4F2C-A0A0-AFB15F35B982}" srcOrd="1" destOrd="0" parTransId="{C054EC2C-A9A3-41B4-B9AF-962114F33130}" sibTransId="{49239763-0902-42DD-A152-D159C3D3048A}"/>
    <dgm:cxn modelId="{8B949CCA-7848-DE49-BBDE-CF4CEF1D3DD1}" type="presOf" srcId="{4A7ABEA9-3E66-48C4-8F31-0F957D17AC51}" destId="{441F1261-C593-1043-ACC4-6F61AFF2B931}" srcOrd="0" destOrd="0" presId="urn:microsoft.com/office/officeart/2016/7/layout/LinearBlockProcessNumbered"/>
    <dgm:cxn modelId="{7D990EED-0159-B34F-B582-8496B0652015}" type="presOf" srcId="{236F1A75-1BFB-4192-85CF-2A1F9498D467}" destId="{28A1C294-BB8F-CC4B-B8D5-FA4EFFDF5261}" srcOrd="0" destOrd="0" presId="urn:microsoft.com/office/officeart/2016/7/layout/LinearBlockProcessNumbered"/>
    <dgm:cxn modelId="{56421BB6-F841-9E49-934C-B29F1962A98A}" type="presParOf" srcId="{E6C57455-8F15-4644-A238-0A84D00D1BC4}" destId="{FA92FD79-6EB9-6C41-B943-B62F15393E0C}" srcOrd="0" destOrd="0" presId="urn:microsoft.com/office/officeart/2016/7/layout/LinearBlockProcessNumbered"/>
    <dgm:cxn modelId="{6BA48CD5-7206-6149-AB91-5DD0613E4EA0}" type="presParOf" srcId="{FA92FD79-6EB9-6C41-B943-B62F15393E0C}" destId="{65B63763-6F89-4A4C-AB73-9950216EA60B}" srcOrd="0" destOrd="0" presId="urn:microsoft.com/office/officeart/2016/7/layout/LinearBlockProcessNumbered"/>
    <dgm:cxn modelId="{27900DCB-D319-874F-99C3-98D555FEE327}" type="presParOf" srcId="{FA92FD79-6EB9-6C41-B943-B62F15393E0C}" destId="{441F1261-C593-1043-ACC4-6F61AFF2B931}" srcOrd="1" destOrd="0" presId="urn:microsoft.com/office/officeart/2016/7/layout/LinearBlockProcessNumbered"/>
    <dgm:cxn modelId="{9E6CABD4-098D-304A-BF3C-D2B8A387F368}" type="presParOf" srcId="{FA92FD79-6EB9-6C41-B943-B62F15393E0C}" destId="{66A0CAAB-6EA6-1F4C-B358-86C0879C2E02}" srcOrd="2" destOrd="0" presId="urn:microsoft.com/office/officeart/2016/7/layout/LinearBlockProcessNumbered"/>
    <dgm:cxn modelId="{315E4B15-1BE9-0640-AEE9-B11146822A7B}" type="presParOf" srcId="{E6C57455-8F15-4644-A238-0A84D00D1BC4}" destId="{22CB302E-FD11-A647-A13D-1664A3383BB5}" srcOrd="1" destOrd="0" presId="urn:microsoft.com/office/officeart/2016/7/layout/LinearBlockProcessNumbered"/>
    <dgm:cxn modelId="{6C227F87-00EC-5F47-A226-6169355A4091}" type="presParOf" srcId="{E6C57455-8F15-4644-A238-0A84D00D1BC4}" destId="{D8D0DCF9-1CB0-F848-891F-61FD8E4F0315}" srcOrd="2" destOrd="0" presId="urn:microsoft.com/office/officeart/2016/7/layout/LinearBlockProcessNumbered"/>
    <dgm:cxn modelId="{13A10CE5-6407-1C48-BC6B-B2D316CFB2BB}" type="presParOf" srcId="{D8D0DCF9-1CB0-F848-891F-61FD8E4F0315}" destId="{EF0C2000-B8B7-1540-B4DD-DAD7D2E23281}" srcOrd="0" destOrd="0" presId="urn:microsoft.com/office/officeart/2016/7/layout/LinearBlockProcessNumbered"/>
    <dgm:cxn modelId="{05C7229E-5366-554A-9576-9C89C8AEA6A8}" type="presParOf" srcId="{D8D0DCF9-1CB0-F848-891F-61FD8E4F0315}" destId="{23FAE35B-39B8-D84E-BC3B-F61229252B47}" srcOrd="1" destOrd="0" presId="urn:microsoft.com/office/officeart/2016/7/layout/LinearBlockProcessNumbered"/>
    <dgm:cxn modelId="{85A277CA-45EB-8D48-AA1C-5CF8DD287AFC}" type="presParOf" srcId="{D8D0DCF9-1CB0-F848-891F-61FD8E4F0315}" destId="{7176991E-0E1B-5E45-A7FF-C0A54834C734}" srcOrd="2" destOrd="0" presId="urn:microsoft.com/office/officeart/2016/7/layout/LinearBlockProcessNumbered"/>
    <dgm:cxn modelId="{ED9DF692-87CC-414F-A7A6-313CF481BD7F}" type="presParOf" srcId="{E6C57455-8F15-4644-A238-0A84D00D1BC4}" destId="{C2EC800C-2C30-1645-BF59-DF1AB8844365}" srcOrd="3" destOrd="0" presId="urn:microsoft.com/office/officeart/2016/7/layout/LinearBlockProcessNumbered"/>
    <dgm:cxn modelId="{0468A08B-0205-9E41-86E4-ACBB0C2EB065}" type="presParOf" srcId="{E6C57455-8F15-4644-A238-0A84D00D1BC4}" destId="{77739C49-0A2F-354E-8366-A965B21E0DEC}" srcOrd="4" destOrd="0" presId="urn:microsoft.com/office/officeart/2016/7/layout/LinearBlockProcessNumbered"/>
    <dgm:cxn modelId="{F4601698-9F83-F946-AC9F-55D4034C0336}" type="presParOf" srcId="{77739C49-0A2F-354E-8366-A965B21E0DEC}" destId="{28A1C294-BB8F-CC4B-B8D5-FA4EFFDF5261}" srcOrd="0" destOrd="0" presId="urn:microsoft.com/office/officeart/2016/7/layout/LinearBlockProcessNumbered"/>
    <dgm:cxn modelId="{D1FDA116-A0B3-4E44-A549-2C26466590D9}" type="presParOf" srcId="{77739C49-0A2F-354E-8366-A965B21E0DEC}" destId="{857834F7-2184-334B-805E-11F50F25A907}" srcOrd="1" destOrd="0" presId="urn:microsoft.com/office/officeart/2016/7/layout/LinearBlockProcessNumbered"/>
    <dgm:cxn modelId="{C6844809-4855-8343-B881-1AC777F881D5}" type="presParOf" srcId="{77739C49-0A2F-354E-8366-A965B21E0DEC}" destId="{CEA68499-56B8-114C-804B-3EAD16B0D91D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CBF84B6-1202-43F9-8532-A7171ABBCEA7}" type="doc">
      <dgm:prSet loTypeId="urn:microsoft.com/office/officeart/2005/8/layout/list1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8AEFCE43-C288-4355-B2A6-BD73107A1F7C}">
      <dgm:prSet/>
      <dgm:spPr>
        <a:solidFill>
          <a:srgbClr val="0064A6"/>
        </a:solidFill>
      </dgm:spPr>
      <dgm:t>
        <a:bodyPr/>
        <a:lstStyle/>
        <a:p>
          <a:r>
            <a:rPr lang="el-GR" b="0" i="0" dirty="0"/>
            <a:t>Χρονική ανάλυση αποστολών</a:t>
          </a:r>
          <a:endParaRPr lang="en-US" dirty="0"/>
        </a:p>
      </dgm:t>
    </dgm:pt>
    <dgm:pt modelId="{EA07A7B9-5F66-469C-BAAE-FF956FBFA928}" type="parTrans" cxnId="{169AB4D5-A5F4-4295-9E3B-1BD26DAC6259}">
      <dgm:prSet/>
      <dgm:spPr/>
      <dgm:t>
        <a:bodyPr/>
        <a:lstStyle/>
        <a:p>
          <a:endParaRPr lang="en-US"/>
        </a:p>
      </dgm:t>
    </dgm:pt>
    <dgm:pt modelId="{ADE59F2B-98E0-45EC-BD1E-7972FC143D10}" type="sibTrans" cxnId="{169AB4D5-A5F4-4295-9E3B-1BD26DAC6259}">
      <dgm:prSet/>
      <dgm:spPr/>
      <dgm:t>
        <a:bodyPr/>
        <a:lstStyle/>
        <a:p>
          <a:endParaRPr lang="en-US"/>
        </a:p>
      </dgm:t>
    </dgm:pt>
    <dgm:pt modelId="{024DB14E-F83F-4100-ADB4-49330313487A}">
      <dgm:prSet/>
      <dgm:spPr>
        <a:solidFill>
          <a:srgbClr val="94DDC6"/>
        </a:solidFill>
      </dgm:spPr>
      <dgm:t>
        <a:bodyPr/>
        <a:lstStyle/>
        <a:p>
          <a:r>
            <a:rPr lang="el-GR" b="0" i="0" dirty="0"/>
            <a:t>Μέσος χρόνος αποστολής</a:t>
          </a:r>
          <a:endParaRPr lang="en-US" dirty="0"/>
        </a:p>
      </dgm:t>
    </dgm:pt>
    <dgm:pt modelId="{D562AF83-DC94-4968-AC93-BE292D674D88}" type="parTrans" cxnId="{BA2E6270-121E-4357-8BAC-2EDAA0EB39E4}">
      <dgm:prSet/>
      <dgm:spPr/>
      <dgm:t>
        <a:bodyPr/>
        <a:lstStyle/>
        <a:p>
          <a:endParaRPr lang="en-US"/>
        </a:p>
      </dgm:t>
    </dgm:pt>
    <dgm:pt modelId="{A36977DA-F351-4731-AEC2-20D16F50DD49}" type="sibTrans" cxnId="{BA2E6270-121E-4357-8BAC-2EDAA0EB39E4}">
      <dgm:prSet/>
      <dgm:spPr/>
      <dgm:t>
        <a:bodyPr/>
        <a:lstStyle/>
        <a:p>
          <a:endParaRPr lang="en-US"/>
        </a:p>
      </dgm:t>
    </dgm:pt>
    <dgm:pt modelId="{E2F51DA7-10C7-2946-B879-86116366F3DC}" type="pres">
      <dgm:prSet presAssocID="{9CBF84B6-1202-43F9-8532-A7171ABBCEA7}" presName="linear" presStyleCnt="0">
        <dgm:presLayoutVars>
          <dgm:dir/>
          <dgm:animLvl val="lvl"/>
          <dgm:resizeHandles val="exact"/>
        </dgm:presLayoutVars>
      </dgm:prSet>
      <dgm:spPr/>
    </dgm:pt>
    <dgm:pt modelId="{8EC0AAE4-B2A6-A043-ABCD-EAC6CA83E68E}" type="pres">
      <dgm:prSet presAssocID="{8AEFCE43-C288-4355-B2A6-BD73107A1F7C}" presName="parentLin" presStyleCnt="0"/>
      <dgm:spPr/>
    </dgm:pt>
    <dgm:pt modelId="{E07E41F5-707E-2541-B12E-FE69F931EAC8}" type="pres">
      <dgm:prSet presAssocID="{8AEFCE43-C288-4355-B2A6-BD73107A1F7C}" presName="parentLeftMargin" presStyleLbl="node1" presStyleIdx="0" presStyleCnt="2"/>
      <dgm:spPr/>
    </dgm:pt>
    <dgm:pt modelId="{D0E9D184-8708-5C42-AFC0-5F24E7E1A9E0}" type="pres">
      <dgm:prSet presAssocID="{8AEFCE43-C288-4355-B2A6-BD73107A1F7C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41B55A2-3554-E043-B6AA-DEC6A4884197}" type="pres">
      <dgm:prSet presAssocID="{8AEFCE43-C288-4355-B2A6-BD73107A1F7C}" presName="negativeSpace" presStyleCnt="0"/>
      <dgm:spPr/>
    </dgm:pt>
    <dgm:pt modelId="{EF8DE28B-F54D-844E-A839-69F22CE15988}" type="pres">
      <dgm:prSet presAssocID="{8AEFCE43-C288-4355-B2A6-BD73107A1F7C}" presName="childText" presStyleLbl="conFgAcc1" presStyleIdx="0" presStyleCnt="2">
        <dgm:presLayoutVars>
          <dgm:bulletEnabled val="1"/>
        </dgm:presLayoutVars>
      </dgm:prSet>
      <dgm:spPr/>
    </dgm:pt>
    <dgm:pt modelId="{036CB90B-4F82-BD4E-B84C-941EFA7314EF}" type="pres">
      <dgm:prSet presAssocID="{ADE59F2B-98E0-45EC-BD1E-7972FC143D10}" presName="spaceBetweenRectangles" presStyleCnt="0"/>
      <dgm:spPr/>
    </dgm:pt>
    <dgm:pt modelId="{48360500-A597-E248-B733-3E2C272B79A8}" type="pres">
      <dgm:prSet presAssocID="{024DB14E-F83F-4100-ADB4-49330313487A}" presName="parentLin" presStyleCnt="0"/>
      <dgm:spPr/>
    </dgm:pt>
    <dgm:pt modelId="{68747022-0BFC-8D4A-91E0-46180D740B37}" type="pres">
      <dgm:prSet presAssocID="{024DB14E-F83F-4100-ADB4-49330313487A}" presName="parentLeftMargin" presStyleLbl="node1" presStyleIdx="0" presStyleCnt="2"/>
      <dgm:spPr/>
    </dgm:pt>
    <dgm:pt modelId="{DFFFC2FE-DA42-D445-8668-9E5674E388A3}" type="pres">
      <dgm:prSet presAssocID="{024DB14E-F83F-4100-ADB4-49330313487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FCA019C-AF0F-A647-90FE-0E902749C673}" type="pres">
      <dgm:prSet presAssocID="{024DB14E-F83F-4100-ADB4-49330313487A}" presName="negativeSpace" presStyleCnt="0"/>
      <dgm:spPr/>
    </dgm:pt>
    <dgm:pt modelId="{73933F2E-53ED-3B44-A0C3-138A9BC6AE39}" type="pres">
      <dgm:prSet presAssocID="{024DB14E-F83F-4100-ADB4-49330313487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AD7A8C0D-96F8-9540-BBEA-6D35EAB02A21}" type="presOf" srcId="{8AEFCE43-C288-4355-B2A6-BD73107A1F7C}" destId="{E07E41F5-707E-2541-B12E-FE69F931EAC8}" srcOrd="0" destOrd="0" presId="urn:microsoft.com/office/officeart/2005/8/layout/list1"/>
    <dgm:cxn modelId="{EBBE3551-FA63-8347-AE82-2DDF91B1C339}" type="presOf" srcId="{024DB14E-F83F-4100-ADB4-49330313487A}" destId="{68747022-0BFC-8D4A-91E0-46180D740B37}" srcOrd="0" destOrd="0" presId="urn:microsoft.com/office/officeart/2005/8/layout/list1"/>
    <dgm:cxn modelId="{BA2E6270-121E-4357-8BAC-2EDAA0EB39E4}" srcId="{9CBF84B6-1202-43F9-8532-A7171ABBCEA7}" destId="{024DB14E-F83F-4100-ADB4-49330313487A}" srcOrd="1" destOrd="0" parTransId="{D562AF83-DC94-4968-AC93-BE292D674D88}" sibTransId="{A36977DA-F351-4731-AEC2-20D16F50DD49}"/>
    <dgm:cxn modelId="{2EEF4081-5DC2-3F43-9053-7D23A2D5132C}" type="presOf" srcId="{024DB14E-F83F-4100-ADB4-49330313487A}" destId="{DFFFC2FE-DA42-D445-8668-9E5674E388A3}" srcOrd="1" destOrd="0" presId="urn:microsoft.com/office/officeart/2005/8/layout/list1"/>
    <dgm:cxn modelId="{00802A9A-23E4-FD4F-AAD0-B0D7DFDB8127}" type="presOf" srcId="{8AEFCE43-C288-4355-B2A6-BD73107A1F7C}" destId="{D0E9D184-8708-5C42-AFC0-5F24E7E1A9E0}" srcOrd="1" destOrd="0" presId="urn:microsoft.com/office/officeart/2005/8/layout/list1"/>
    <dgm:cxn modelId="{169AB4D5-A5F4-4295-9E3B-1BD26DAC6259}" srcId="{9CBF84B6-1202-43F9-8532-A7171ABBCEA7}" destId="{8AEFCE43-C288-4355-B2A6-BD73107A1F7C}" srcOrd="0" destOrd="0" parTransId="{EA07A7B9-5F66-469C-BAAE-FF956FBFA928}" sibTransId="{ADE59F2B-98E0-45EC-BD1E-7972FC143D10}"/>
    <dgm:cxn modelId="{866562FB-9A42-4C41-9906-FF1DA8F8BF61}" type="presOf" srcId="{9CBF84B6-1202-43F9-8532-A7171ABBCEA7}" destId="{E2F51DA7-10C7-2946-B879-86116366F3DC}" srcOrd="0" destOrd="0" presId="urn:microsoft.com/office/officeart/2005/8/layout/list1"/>
    <dgm:cxn modelId="{311A826B-E233-1848-8F6A-6279B2487689}" type="presParOf" srcId="{E2F51DA7-10C7-2946-B879-86116366F3DC}" destId="{8EC0AAE4-B2A6-A043-ABCD-EAC6CA83E68E}" srcOrd="0" destOrd="0" presId="urn:microsoft.com/office/officeart/2005/8/layout/list1"/>
    <dgm:cxn modelId="{A867C1A8-D0C4-C34A-8A11-E6FE7178B8C8}" type="presParOf" srcId="{8EC0AAE4-B2A6-A043-ABCD-EAC6CA83E68E}" destId="{E07E41F5-707E-2541-B12E-FE69F931EAC8}" srcOrd="0" destOrd="0" presId="urn:microsoft.com/office/officeart/2005/8/layout/list1"/>
    <dgm:cxn modelId="{C0664126-4628-5C44-A09E-BE2B06605C25}" type="presParOf" srcId="{8EC0AAE4-B2A6-A043-ABCD-EAC6CA83E68E}" destId="{D0E9D184-8708-5C42-AFC0-5F24E7E1A9E0}" srcOrd="1" destOrd="0" presId="urn:microsoft.com/office/officeart/2005/8/layout/list1"/>
    <dgm:cxn modelId="{B8E430E0-8C8A-9B43-93BA-973B2A4CBFE0}" type="presParOf" srcId="{E2F51DA7-10C7-2946-B879-86116366F3DC}" destId="{441B55A2-3554-E043-B6AA-DEC6A4884197}" srcOrd="1" destOrd="0" presId="urn:microsoft.com/office/officeart/2005/8/layout/list1"/>
    <dgm:cxn modelId="{336AEAD6-E060-844D-BAF7-8B6F7164ED1A}" type="presParOf" srcId="{E2F51DA7-10C7-2946-B879-86116366F3DC}" destId="{EF8DE28B-F54D-844E-A839-69F22CE15988}" srcOrd="2" destOrd="0" presId="urn:microsoft.com/office/officeart/2005/8/layout/list1"/>
    <dgm:cxn modelId="{53F7E98B-5C53-5448-9382-E74178EA37F5}" type="presParOf" srcId="{E2F51DA7-10C7-2946-B879-86116366F3DC}" destId="{036CB90B-4F82-BD4E-B84C-941EFA7314EF}" srcOrd="3" destOrd="0" presId="urn:microsoft.com/office/officeart/2005/8/layout/list1"/>
    <dgm:cxn modelId="{C4F3ED55-265F-C147-B836-D04AE2E9D790}" type="presParOf" srcId="{E2F51DA7-10C7-2946-B879-86116366F3DC}" destId="{48360500-A597-E248-B733-3E2C272B79A8}" srcOrd="4" destOrd="0" presId="urn:microsoft.com/office/officeart/2005/8/layout/list1"/>
    <dgm:cxn modelId="{CF4CE13E-DD30-F64C-A418-A72DB13608D9}" type="presParOf" srcId="{48360500-A597-E248-B733-3E2C272B79A8}" destId="{68747022-0BFC-8D4A-91E0-46180D740B37}" srcOrd="0" destOrd="0" presId="urn:microsoft.com/office/officeart/2005/8/layout/list1"/>
    <dgm:cxn modelId="{C1A763D3-A297-844F-8E5C-D67338656B97}" type="presParOf" srcId="{48360500-A597-E248-B733-3E2C272B79A8}" destId="{DFFFC2FE-DA42-D445-8668-9E5674E388A3}" srcOrd="1" destOrd="0" presId="urn:microsoft.com/office/officeart/2005/8/layout/list1"/>
    <dgm:cxn modelId="{2C1631F7-DCBF-E942-BFDF-4DD48CCA0E8D}" type="presParOf" srcId="{E2F51DA7-10C7-2946-B879-86116366F3DC}" destId="{DFCA019C-AF0F-A647-90FE-0E902749C673}" srcOrd="5" destOrd="0" presId="urn:microsoft.com/office/officeart/2005/8/layout/list1"/>
    <dgm:cxn modelId="{C974CF54-05F8-FE4E-B078-428FAC27E988}" type="presParOf" srcId="{E2F51DA7-10C7-2946-B879-86116366F3DC}" destId="{73933F2E-53ED-3B44-A0C3-138A9BC6AE39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3DC69EB-F917-47AB-9EED-71DC14105225}" type="doc">
      <dgm:prSet loTypeId="urn:microsoft.com/office/officeart/2008/layout/LinedList" loCatId="list" qsTypeId="urn:microsoft.com/office/officeart/2005/8/quickstyle/simple2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43400A33-4F09-4140-9BBE-45AE41A7E84C}">
      <dgm:prSet/>
      <dgm:spPr/>
      <dgm:t>
        <a:bodyPr/>
        <a:lstStyle/>
        <a:p>
          <a:r>
            <a:rPr lang="el-GR" b="0" i="0" dirty="0"/>
            <a:t>Ομάδες Πελατών (ανά ετήσιο εισόδημα)</a:t>
          </a:r>
          <a:endParaRPr lang="en-US" dirty="0"/>
        </a:p>
      </dgm:t>
    </dgm:pt>
    <dgm:pt modelId="{3AE9F8C5-BA32-47DB-B487-5C3908C09427}" type="parTrans" cxnId="{2D12E1F9-314B-4C55-9068-5C0F607419FB}">
      <dgm:prSet/>
      <dgm:spPr/>
      <dgm:t>
        <a:bodyPr/>
        <a:lstStyle/>
        <a:p>
          <a:endParaRPr lang="en-US"/>
        </a:p>
      </dgm:t>
    </dgm:pt>
    <dgm:pt modelId="{67D0C6AC-BB81-4BFE-94D8-7D5AF1E9B81E}" type="sibTrans" cxnId="{2D12E1F9-314B-4C55-9068-5C0F607419FB}">
      <dgm:prSet/>
      <dgm:spPr/>
      <dgm:t>
        <a:bodyPr/>
        <a:lstStyle/>
        <a:p>
          <a:endParaRPr lang="en-US"/>
        </a:p>
      </dgm:t>
    </dgm:pt>
    <dgm:pt modelId="{CAB42771-B0D6-4F4A-B135-7281E3C1287D}">
      <dgm:prSet/>
      <dgm:spPr/>
      <dgm:t>
        <a:bodyPr/>
        <a:lstStyle/>
        <a:p>
          <a:r>
            <a:rPr lang="el-GR" b="0" i="0" dirty="0"/>
            <a:t>Μορφοποίηση ομάδων πελατών</a:t>
          </a:r>
          <a:endParaRPr lang="en-US" dirty="0"/>
        </a:p>
      </dgm:t>
    </dgm:pt>
    <dgm:pt modelId="{3196BE82-A37F-4770-B1DD-C19A209C5ABD}" type="parTrans" cxnId="{D33B7518-7FB5-4C21-B56C-FD767E6D093E}">
      <dgm:prSet/>
      <dgm:spPr/>
      <dgm:t>
        <a:bodyPr/>
        <a:lstStyle/>
        <a:p>
          <a:endParaRPr lang="en-US"/>
        </a:p>
      </dgm:t>
    </dgm:pt>
    <dgm:pt modelId="{8D2E9AE0-EC40-4BB8-BAA5-B3AC83AF3E21}" type="sibTrans" cxnId="{D33B7518-7FB5-4C21-B56C-FD767E6D093E}">
      <dgm:prSet/>
      <dgm:spPr/>
      <dgm:t>
        <a:bodyPr/>
        <a:lstStyle/>
        <a:p>
          <a:endParaRPr lang="en-US"/>
        </a:p>
      </dgm:t>
    </dgm:pt>
    <dgm:pt modelId="{406D8E40-4679-46A4-A04B-791FF173D626}">
      <dgm:prSet/>
      <dgm:spPr/>
      <dgm:t>
        <a:bodyPr/>
        <a:lstStyle/>
        <a:p>
          <a:r>
            <a:rPr lang="el-GR" b="0" i="0"/>
            <a:t>Συμπεριφορά Αγοράς</a:t>
          </a:r>
          <a:endParaRPr lang="en-US"/>
        </a:p>
      </dgm:t>
    </dgm:pt>
    <dgm:pt modelId="{E48E70EB-5BFC-4AF9-962A-63A8A93628AE}" type="parTrans" cxnId="{77C98A79-C246-4324-BC2F-BCA623D4602A}">
      <dgm:prSet/>
      <dgm:spPr/>
      <dgm:t>
        <a:bodyPr/>
        <a:lstStyle/>
        <a:p>
          <a:endParaRPr lang="en-US"/>
        </a:p>
      </dgm:t>
    </dgm:pt>
    <dgm:pt modelId="{77F06375-009C-423D-89E6-BE9F6DCB5B82}" type="sibTrans" cxnId="{77C98A79-C246-4324-BC2F-BCA623D4602A}">
      <dgm:prSet/>
      <dgm:spPr/>
      <dgm:t>
        <a:bodyPr/>
        <a:lstStyle/>
        <a:p>
          <a:endParaRPr lang="en-US"/>
        </a:p>
      </dgm:t>
    </dgm:pt>
    <dgm:pt modelId="{F4B0A448-02C4-4E27-9776-413484891F79}">
      <dgm:prSet/>
      <dgm:spPr/>
      <dgm:t>
        <a:bodyPr/>
        <a:lstStyle/>
        <a:p>
          <a:r>
            <a:rPr lang="el-GR" b="0" i="0"/>
            <a:t>Ανάλυση συμπεριφοράς αγορών (</a:t>
          </a:r>
          <a:r>
            <a:rPr lang="en-US" b="0" i="0"/>
            <a:t>Discount Shopper</a:t>
          </a:r>
          <a:r>
            <a:rPr lang="el-GR" b="0" i="0"/>
            <a:t>, </a:t>
          </a:r>
          <a:r>
            <a:rPr lang="en-US" b="0" i="0"/>
            <a:t>Regular Shopper</a:t>
          </a:r>
          <a:r>
            <a:rPr lang="el-GR" b="0" i="0"/>
            <a:t>)</a:t>
          </a:r>
          <a:endParaRPr lang="en-US"/>
        </a:p>
      </dgm:t>
    </dgm:pt>
    <dgm:pt modelId="{B42C4F69-E131-4599-AB6F-02436D870242}" type="parTrans" cxnId="{483F02D5-7DF3-47A7-A328-0260D6812892}">
      <dgm:prSet/>
      <dgm:spPr/>
      <dgm:t>
        <a:bodyPr/>
        <a:lstStyle/>
        <a:p>
          <a:endParaRPr lang="en-US"/>
        </a:p>
      </dgm:t>
    </dgm:pt>
    <dgm:pt modelId="{6BCC99E0-EA2C-4168-A317-1E81435CCA9E}" type="sibTrans" cxnId="{483F02D5-7DF3-47A7-A328-0260D6812892}">
      <dgm:prSet/>
      <dgm:spPr/>
      <dgm:t>
        <a:bodyPr/>
        <a:lstStyle/>
        <a:p>
          <a:endParaRPr lang="en-US"/>
        </a:p>
      </dgm:t>
    </dgm:pt>
    <dgm:pt modelId="{0FDB05F0-5D78-A741-8196-AE0D0897A2DA}" type="pres">
      <dgm:prSet presAssocID="{83DC69EB-F917-47AB-9EED-71DC14105225}" presName="vert0" presStyleCnt="0">
        <dgm:presLayoutVars>
          <dgm:dir/>
          <dgm:animOne val="branch"/>
          <dgm:animLvl val="lvl"/>
        </dgm:presLayoutVars>
      </dgm:prSet>
      <dgm:spPr/>
    </dgm:pt>
    <dgm:pt modelId="{4B4020D1-EAA8-B049-A5C5-21EF98000984}" type="pres">
      <dgm:prSet presAssocID="{43400A33-4F09-4140-9BBE-45AE41A7E84C}" presName="thickLine" presStyleLbl="alignNode1" presStyleIdx="0" presStyleCnt="4"/>
      <dgm:spPr/>
    </dgm:pt>
    <dgm:pt modelId="{872E783F-D4FC-7440-81C5-3C3FC87E598C}" type="pres">
      <dgm:prSet presAssocID="{43400A33-4F09-4140-9BBE-45AE41A7E84C}" presName="horz1" presStyleCnt="0"/>
      <dgm:spPr/>
    </dgm:pt>
    <dgm:pt modelId="{9AE1D9EC-856E-2840-995B-8700864CB0B2}" type="pres">
      <dgm:prSet presAssocID="{43400A33-4F09-4140-9BBE-45AE41A7E84C}" presName="tx1" presStyleLbl="revTx" presStyleIdx="0" presStyleCnt="4"/>
      <dgm:spPr/>
    </dgm:pt>
    <dgm:pt modelId="{4D5D469D-E643-DC42-80D4-3DE7E55734BE}" type="pres">
      <dgm:prSet presAssocID="{43400A33-4F09-4140-9BBE-45AE41A7E84C}" presName="vert1" presStyleCnt="0"/>
      <dgm:spPr/>
    </dgm:pt>
    <dgm:pt modelId="{EBE93C54-5A3E-F548-9A85-BB63C55A0DD0}" type="pres">
      <dgm:prSet presAssocID="{CAB42771-B0D6-4F4A-B135-7281E3C1287D}" presName="thickLine" presStyleLbl="alignNode1" presStyleIdx="1" presStyleCnt="4"/>
      <dgm:spPr/>
    </dgm:pt>
    <dgm:pt modelId="{7CE592E9-3C21-B444-AEB4-2BAFE5D73224}" type="pres">
      <dgm:prSet presAssocID="{CAB42771-B0D6-4F4A-B135-7281E3C1287D}" presName="horz1" presStyleCnt="0"/>
      <dgm:spPr/>
    </dgm:pt>
    <dgm:pt modelId="{6554E3F5-1BDB-104E-8869-6F451DF4C2DB}" type="pres">
      <dgm:prSet presAssocID="{CAB42771-B0D6-4F4A-B135-7281E3C1287D}" presName="tx1" presStyleLbl="revTx" presStyleIdx="1" presStyleCnt="4"/>
      <dgm:spPr/>
    </dgm:pt>
    <dgm:pt modelId="{368464A4-4A1D-9347-B7F8-AD7E76B74F7F}" type="pres">
      <dgm:prSet presAssocID="{CAB42771-B0D6-4F4A-B135-7281E3C1287D}" presName="vert1" presStyleCnt="0"/>
      <dgm:spPr/>
    </dgm:pt>
    <dgm:pt modelId="{70129394-6325-014B-B1E7-D4FFEDFC0D61}" type="pres">
      <dgm:prSet presAssocID="{406D8E40-4679-46A4-A04B-791FF173D626}" presName="thickLine" presStyleLbl="alignNode1" presStyleIdx="2" presStyleCnt="4"/>
      <dgm:spPr/>
    </dgm:pt>
    <dgm:pt modelId="{7DAC0EA1-D00F-7B45-88E1-90EB0D20E37C}" type="pres">
      <dgm:prSet presAssocID="{406D8E40-4679-46A4-A04B-791FF173D626}" presName="horz1" presStyleCnt="0"/>
      <dgm:spPr/>
    </dgm:pt>
    <dgm:pt modelId="{DF85AEC8-3F4A-F644-AA37-FBFFDC0F54E6}" type="pres">
      <dgm:prSet presAssocID="{406D8E40-4679-46A4-A04B-791FF173D626}" presName="tx1" presStyleLbl="revTx" presStyleIdx="2" presStyleCnt="4"/>
      <dgm:spPr/>
    </dgm:pt>
    <dgm:pt modelId="{8575B7F7-30F8-B242-8DBB-AD902627D21B}" type="pres">
      <dgm:prSet presAssocID="{406D8E40-4679-46A4-A04B-791FF173D626}" presName="vert1" presStyleCnt="0"/>
      <dgm:spPr/>
    </dgm:pt>
    <dgm:pt modelId="{08265BCB-54F9-0B40-9D2C-D6ADBA6F1EE0}" type="pres">
      <dgm:prSet presAssocID="{F4B0A448-02C4-4E27-9776-413484891F79}" presName="thickLine" presStyleLbl="alignNode1" presStyleIdx="3" presStyleCnt="4"/>
      <dgm:spPr/>
    </dgm:pt>
    <dgm:pt modelId="{39DC6326-6D13-9248-8317-16B01718B632}" type="pres">
      <dgm:prSet presAssocID="{F4B0A448-02C4-4E27-9776-413484891F79}" presName="horz1" presStyleCnt="0"/>
      <dgm:spPr/>
    </dgm:pt>
    <dgm:pt modelId="{1C59CE40-66C6-0D43-B7B5-59FA832EEF94}" type="pres">
      <dgm:prSet presAssocID="{F4B0A448-02C4-4E27-9776-413484891F79}" presName="tx1" presStyleLbl="revTx" presStyleIdx="3" presStyleCnt="4"/>
      <dgm:spPr/>
    </dgm:pt>
    <dgm:pt modelId="{8EB24E3A-B2B2-EB4D-87ED-4E8C4257FC87}" type="pres">
      <dgm:prSet presAssocID="{F4B0A448-02C4-4E27-9776-413484891F79}" presName="vert1" presStyleCnt="0"/>
      <dgm:spPr/>
    </dgm:pt>
  </dgm:ptLst>
  <dgm:cxnLst>
    <dgm:cxn modelId="{CBDDEE15-9FFE-F44A-83D6-FFCDA7BEB0C7}" type="presOf" srcId="{406D8E40-4679-46A4-A04B-791FF173D626}" destId="{DF85AEC8-3F4A-F644-AA37-FBFFDC0F54E6}" srcOrd="0" destOrd="0" presId="urn:microsoft.com/office/officeart/2008/layout/LinedList"/>
    <dgm:cxn modelId="{D33B7518-7FB5-4C21-B56C-FD767E6D093E}" srcId="{83DC69EB-F917-47AB-9EED-71DC14105225}" destId="{CAB42771-B0D6-4F4A-B135-7281E3C1287D}" srcOrd="1" destOrd="0" parTransId="{3196BE82-A37F-4770-B1DD-C19A209C5ABD}" sibTransId="{8D2E9AE0-EC40-4BB8-BAA5-B3AC83AF3E21}"/>
    <dgm:cxn modelId="{6EBBAB2D-F395-F84B-814B-AF4553AC63F9}" type="presOf" srcId="{F4B0A448-02C4-4E27-9776-413484891F79}" destId="{1C59CE40-66C6-0D43-B7B5-59FA832EEF94}" srcOrd="0" destOrd="0" presId="urn:microsoft.com/office/officeart/2008/layout/LinedList"/>
    <dgm:cxn modelId="{9CA03E2E-B5BA-1849-A57A-104829FA54EE}" type="presOf" srcId="{43400A33-4F09-4140-9BBE-45AE41A7E84C}" destId="{9AE1D9EC-856E-2840-995B-8700864CB0B2}" srcOrd="0" destOrd="0" presId="urn:microsoft.com/office/officeart/2008/layout/LinedList"/>
    <dgm:cxn modelId="{FDB7E46B-A59D-1746-A38E-3A86B7D1FF73}" type="presOf" srcId="{83DC69EB-F917-47AB-9EED-71DC14105225}" destId="{0FDB05F0-5D78-A741-8196-AE0D0897A2DA}" srcOrd="0" destOrd="0" presId="urn:microsoft.com/office/officeart/2008/layout/LinedList"/>
    <dgm:cxn modelId="{F79D256C-7E9E-4648-8B92-EDE58118E3A9}" type="presOf" srcId="{CAB42771-B0D6-4F4A-B135-7281E3C1287D}" destId="{6554E3F5-1BDB-104E-8869-6F451DF4C2DB}" srcOrd="0" destOrd="0" presId="urn:microsoft.com/office/officeart/2008/layout/LinedList"/>
    <dgm:cxn modelId="{77C98A79-C246-4324-BC2F-BCA623D4602A}" srcId="{83DC69EB-F917-47AB-9EED-71DC14105225}" destId="{406D8E40-4679-46A4-A04B-791FF173D626}" srcOrd="2" destOrd="0" parTransId="{E48E70EB-5BFC-4AF9-962A-63A8A93628AE}" sibTransId="{77F06375-009C-423D-89E6-BE9F6DCB5B82}"/>
    <dgm:cxn modelId="{483F02D5-7DF3-47A7-A328-0260D6812892}" srcId="{83DC69EB-F917-47AB-9EED-71DC14105225}" destId="{F4B0A448-02C4-4E27-9776-413484891F79}" srcOrd="3" destOrd="0" parTransId="{B42C4F69-E131-4599-AB6F-02436D870242}" sibTransId="{6BCC99E0-EA2C-4168-A317-1E81435CCA9E}"/>
    <dgm:cxn modelId="{2D12E1F9-314B-4C55-9068-5C0F607419FB}" srcId="{83DC69EB-F917-47AB-9EED-71DC14105225}" destId="{43400A33-4F09-4140-9BBE-45AE41A7E84C}" srcOrd="0" destOrd="0" parTransId="{3AE9F8C5-BA32-47DB-B487-5C3908C09427}" sibTransId="{67D0C6AC-BB81-4BFE-94D8-7D5AF1E9B81E}"/>
    <dgm:cxn modelId="{4D318A7F-90C0-5C4C-99B3-44A637796D10}" type="presParOf" srcId="{0FDB05F0-5D78-A741-8196-AE0D0897A2DA}" destId="{4B4020D1-EAA8-B049-A5C5-21EF98000984}" srcOrd="0" destOrd="0" presId="urn:microsoft.com/office/officeart/2008/layout/LinedList"/>
    <dgm:cxn modelId="{20A66C34-D166-E84B-B03C-432C0C96EF55}" type="presParOf" srcId="{0FDB05F0-5D78-A741-8196-AE0D0897A2DA}" destId="{872E783F-D4FC-7440-81C5-3C3FC87E598C}" srcOrd="1" destOrd="0" presId="urn:microsoft.com/office/officeart/2008/layout/LinedList"/>
    <dgm:cxn modelId="{E2F1BED5-5302-2149-AA5A-F29A10CCB941}" type="presParOf" srcId="{872E783F-D4FC-7440-81C5-3C3FC87E598C}" destId="{9AE1D9EC-856E-2840-995B-8700864CB0B2}" srcOrd="0" destOrd="0" presId="urn:microsoft.com/office/officeart/2008/layout/LinedList"/>
    <dgm:cxn modelId="{0028DDC0-F937-5949-B2FA-58D9A947A6E8}" type="presParOf" srcId="{872E783F-D4FC-7440-81C5-3C3FC87E598C}" destId="{4D5D469D-E643-DC42-80D4-3DE7E55734BE}" srcOrd="1" destOrd="0" presId="urn:microsoft.com/office/officeart/2008/layout/LinedList"/>
    <dgm:cxn modelId="{E447E4C4-DBDA-4E45-9D2E-B4EB0D7B295A}" type="presParOf" srcId="{0FDB05F0-5D78-A741-8196-AE0D0897A2DA}" destId="{EBE93C54-5A3E-F548-9A85-BB63C55A0DD0}" srcOrd="2" destOrd="0" presId="urn:microsoft.com/office/officeart/2008/layout/LinedList"/>
    <dgm:cxn modelId="{F948003D-035A-6E49-98BF-D7D0A8BFCF58}" type="presParOf" srcId="{0FDB05F0-5D78-A741-8196-AE0D0897A2DA}" destId="{7CE592E9-3C21-B444-AEB4-2BAFE5D73224}" srcOrd="3" destOrd="0" presId="urn:microsoft.com/office/officeart/2008/layout/LinedList"/>
    <dgm:cxn modelId="{24CD1B1D-5F17-154E-A6C3-127B9FE223E4}" type="presParOf" srcId="{7CE592E9-3C21-B444-AEB4-2BAFE5D73224}" destId="{6554E3F5-1BDB-104E-8869-6F451DF4C2DB}" srcOrd="0" destOrd="0" presId="urn:microsoft.com/office/officeart/2008/layout/LinedList"/>
    <dgm:cxn modelId="{BFDD2914-9FBB-7E41-AEC6-ABD625D21762}" type="presParOf" srcId="{7CE592E9-3C21-B444-AEB4-2BAFE5D73224}" destId="{368464A4-4A1D-9347-B7F8-AD7E76B74F7F}" srcOrd="1" destOrd="0" presId="urn:microsoft.com/office/officeart/2008/layout/LinedList"/>
    <dgm:cxn modelId="{647FF7EE-C968-3A41-B6C2-0FB185DC96ED}" type="presParOf" srcId="{0FDB05F0-5D78-A741-8196-AE0D0897A2DA}" destId="{70129394-6325-014B-B1E7-D4FFEDFC0D61}" srcOrd="4" destOrd="0" presId="urn:microsoft.com/office/officeart/2008/layout/LinedList"/>
    <dgm:cxn modelId="{D7064169-114D-784F-940F-D58E5134D43E}" type="presParOf" srcId="{0FDB05F0-5D78-A741-8196-AE0D0897A2DA}" destId="{7DAC0EA1-D00F-7B45-88E1-90EB0D20E37C}" srcOrd="5" destOrd="0" presId="urn:microsoft.com/office/officeart/2008/layout/LinedList"/>
    <dgm:cxn modelId="{28BEDCAC-BB81-124D-9D35-DA472A171D95}" type="presParOf" srcId="{7DAC0EA1-D00F-7B45-88E1-90EB0D20E37C}" destId="{DF85AEC8-3F4A-F644-AA37-FBFFDC0F54E6}" srcOrd="0" destOrd="0" presId="urn:microsoft.com/office/officeart/2008/layout/LinedList"/>
    <dgm:cxn modelId="{35EE5715-8F0F-0141-B0CE-48586DB33B67}" type="presParOf" srcId="{7DAC0EA1-D00F-7B45-88E1-90EB0D20E37C}" destId="{8575B7F7-30F8-B242-8DBB-AD902627D21B}" srcOrd="1" destOrd="0" presId="urn:microsoft.com/office/officeart/2008/layout/LinedList"/>
    <dgm:cxn modelId="{7CECFDB3-96E5-7541-9432-24A93B4EA819}" type="presParOf" srcId="{0FDB05F0-5D78-A741-8196-AE0D0897A2DA}" destId="{08265BCB-54F9-0B40-9D2C-D6ADBA6F1EE0}" srcOrd="6" destOrd="0" presId="urn:microsoft.com/office/officeart/2008/layout/LinedList"/>
    <dgm:cxn modelId="{D0325C01-E258-514F-BD59-741F893FC975}" type="presParOf" srcId="{0FDB05F0-5D78-A741-8196-AE0D0897A2DA}" destId="{39DC6326-6D13-9248-8317-16B01718B632}" srcOrd="7" destOrd="0" presId="urn:microsoft.com/office/officeart/2008/layout/LinedList"/>
    <dgm:cxn modelId="{E6D3707E-BEE0-A049-AE4A-C935415BF677}" type="presParOf" srcId="{39DC6326-6D13-9248-8317-16B01718B632}" destId="{1C59CE40-66C6-0D43-B7B5-59FA832EEF94}" srcOrd="0" destOrd="0" presId="urn:microsoft.com/office/officeart/2008/layout/LinedList"/>
    <dgm:cxn modelId="{156AE502-5BD6-454B-91ED-5FFE1A0453C7}" type="presParOf" srcId="{39DC6326-6D13-9248-8317-16B01718B632}" destId="{8EB24E3A-B2B2-EB4D-87ED-4E8C4257FC87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770175C7-C2C1-4573-98C6-B00D77EE9483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9490231-4B16-4F8D-8609-7854DEACF218}">
      <dgm:prSet/>
      <dgm:spPr/>
      <dgm:t>
        <a:bodyPr/>
        <a:lstStyle/>
        <a:p>
          <a:r>
            <a:rPr lang="en-US"/>
            <a:t>Εστίαση στ</a:t>
          </a:r>
          <a:r>
            <a:rPr lang="el-GR"/>
            <a:t>ην </a:t>
          </a:r>
          <a:r>
            <a:rPr lang="en-US"/>
            <a:t>Δυτική και Ανατολική περιοχή, κυρίως Καλιφόρνια, Ουάσιγκτον και Νέα Υόρκη</a:t>
          </a:r>
          <a:r>
            <a:rPr lang="el-GR"/>
            <a:t>.</a:t>
          </a:r>
          <a:endParaRPr lang="en-US"/>
        </a:p>
      </dgm:t>
    </dgm:pt>
    <dgm:pt modelId="{FD965498-F3BE-4D8F-932D-02D76ECDE983}" type="parTrans" cxnId="{F1490A0F-CB6D-43BB-84D4-9832B63FCD7A}">
      <dgm:prSet/>
      <dgm:spPr/>
      <dgm:t>
        <a:bodyPr/>
        <a:lstStyle/>
        <a:p>
          <a:endParaRPr lang="en-US"/>
        </a:p>
      </dgm:t>
    </dgm:pt>
    <dgm:pt modelId="{B3BC902F-85E5-4918-A83A-5FA11DB2B328}" type="sibTrans" cxnId="{F1490A0F-CB6D-43BB-84D4-9832B63FCD7A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6CF05CB6-54B0-4C29-B49B-9B0413E540E6}">
      <dgm:prSet/>
      <dgm:spPr/>
      <dgm:t>
        <a:bodyPr/>
        <a:lstStyle/>
        <a:p>
          <a:r>
            <a:rPr lang="en-US"/>
            <a:t>Προώθηση προϊόντων τεχνολογίας, ιδιαίτερα τηλεφώνων</a:t>
          </a:r>
          <a:r>
            <a:rPr lang="el-GR"/>
            <a:t>.</a:t>
          </a:r>
          <a:endParaRPr lang="en-US"/>
        </a:p>
      </dgm:t>
    </dgm:pt>
    <dgm:pt modelId="{6287E163-A3EB-477B-9610-4768DF1D2CA7}" type="parTrans" cxnId="{A787B05A-AF8A-40E1-AC21-39A20A9A046D}">
      <dgm:prSet/>
      <dgm:spPr/>
      <dgm:t>
        <a:bodyPr/>
        <a:lstStyle/>
        <a:p>
          <a:endParaRPr lang="en-US"/>
        </a:p>
      </dgm:t>
    </dgm:pt>
    <dgm:pt modelId="{87B29531-0D1F-4E0D-BD70-C99069E7CD29}" type="sibTrans" cxnId="{A787B05A-AF8A-40E1-AC21-39A20A9A046D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753BC975-4A81-48E7-B64E-469DEC577079}">
      <dgm:prSet/>
      <dgm:spPr/>
      <dgm:t>
        <a:bodyPr/>
        <a:lstStyle/>
        <a:p>
          <a:r>
            <a:rPr lang="en-US"/>
            <a:t>Αναθεώρηση στρατηγικής για την κατηγορία έπιπλα</a:t>
          </a:r>
          <a:r>
            <a:rPr lang="el-GR"/>
            <a:t>.</a:t>
          </a:r>
          <a:endParaRPr lang="en-US"/>
        </a:p>
      </dgm:t>
    </dgm:pt>
    <dgm:pt modelId="{A5C932DD-1A9F-4253-8362-D9F9A5157214}" type="parTrans" cxnId="{802D619A-846E-4097-AAC2-0587B71D03F1}">
      <dgm:prSet/>
      <dgm:spPr/>
      <dgm:t>
        <a:bodyPr/>
        <a:lstStyle/>
        <a:p>
          <a:endParaRPr lang="en-US"/>
        </a:p>
      </dgm:t>
    </dgm:pt>
    <dgm:pt modelId="{B38FF49F-9C01-434E-AFEF-7E6A0C9D8B60}" type="sibTrans" cxnId="{802D619A-846E-4097-AAC2-0587B71D03F1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9B324403-8F25-4C8B-BD06-CDCC768834B3}">
      <dgm:prSet/>
      <dgm:spPr/>
      <dgm:t>
        <a:bodyPr/>
        <a:lstStyle/>
        <a:p>
          <a:r>
            <a:rPr lang="en-US"/>
            <a:t>Δημιουργία προσαρμοσμένων καμπανιών μάρκετινγκ για το τμήμα </a:t>
          </a:r>
          <a:r>
            <a:rPr lang="el-GR"/>
            <a:t>κ</a:t>
          </a:r>
          <a:r>
            <a:rPr lang="en-US"/>
            <a:t>αταναλωτών</a:t>
          </a:r>
          <a:r>
            <a:rPr lang="el-GR"/>
            <a:t>.</a:t>
          </a:r>
          <a:endParaRPr lang="en-US"/>
        </a:p>
      </dgm:t>
    </dgm:pt>
    <dgm:pt modelId="{358DA0EE-ABF0-4D1D-B388-2AFF3CE75AD0}" type="parTrans" cxnId="{B11A05EA-8AF4-4A16-906D-9B1209DD292C}">
      <dgm:prSet/>
      <dgm:spPr/>
      <dgm:t>
        <a:bodyPr/>
        <a:lstStyle/>
        <a:p>
          <a:endParaRPr lang="en-US"/>
        </a:p>
      </dgm:t>
    </dgm:pt>
    <dgm:pt modelId="{ED02BE63-F25B-474D-8D64-D89B9ABDE195}" type="sibTrans" cxnId="{B11A05EA-8AF4-4A16-906D-9B1209DD292C}">
      <dgm:prSet phldrT="4" phldr="0"/>
      <dgm:spPr/>
      <dgm:t>
        <a:bodyPr/>
        <a:lstStyle/>
        <a:p>
          <a:r>
            <a:rPr lang="en-US"/>
            <a:t>4</a:t>
          </a:r>
        </a:p>
      </dgm:t>
    </dgm:pt>
    <dgm:pt modelId="{62389390-737C-3044-BC59-04FCB48B1BE0}" type="pres">
      <dgm:prSet presAssocID="{770175C7-C2C1-4573-98C6-B00D77EE9483}" presName="Name0" presStyleCnt="0">
        <dgm:presLayoutVars>
          <dgm:animLvl val="lvl"/>
          <dgm:resizeHandles val="exact"/>
        </dgm:presLayoutVars>
      </dgm:prSet>
      <dgm:spPr/>
    </dgm:pt>
    <dgm:pt modelId="{448CD47F-A79D-D649-9D7B-30B02C3F8B08}" type="pres">
      <dgm:prSet presAssocID="{99490231-4B16-4F8D-8609-7854DEACF218}" presName="compositeNode" presStyleCnt="0">
        <dgm:presLayoutVars>
          <dgm:bulletEnabled val="1"/>
        </dgm:presLayoutVars>
      </dgm:prSet>
      <dgm:spPr/>
    </dgm:pt>
    <dgm:pt modelId="{94270988-5678-544B-8975-469D44EC3088}" type="pres">
      <dgm:prSet presAssocID="{99490231-4B16-4F8D-8609-7854DEACF218}" presName="bgRect" presStyleLbl="bgAccFollowNode1" presStyleIdx="0" presStyleCnt="4"/>
      <dgm:spPr/>
    </dgm:pt>
    <dgm:pt modelId="{F9889E28-9540-9E48-A2E1-E1B29639E4E3}" type="pres">
      <dgm:prSet presAssocID="{B3BC902F-85E5-4918-A83A-5FA11DB2B328}" presName="sibTransNodeCircle" presStyleLbl="alignNode1" presStyleIdx="0" presStyleCnt="8">
        <dgm:presLayoutVars>
          <dgm:chMax val="0"/>
          <dgm:bulletEnabled/>
        </dgm:presLayoutVars>
      </dgm:prSet>
      <dgm:spPr/>
    </dgm:pt>
    <dgm:pt modelId="{160BCFC2-F639-DD4C-8963-16F736538D2F}" type="pres">
      <dgm:prSet presAssocID="{99490231-4B16-4F8D-8609-7854DEACF218}" presName="bottomLine" presStyleLbl="alignNode1" presStyleIdx="1" presStyleCnt="8">
        <dgm:presLayoutVars/>
      </dgm:prSet>
      <dgm:spPr/>
    </dgm:pt>
    <dgm:pt modelId="{7E5367B2-9EAE-C047-A039-2C39CB617996}" type="pres">
      <dgm:prSet presAssocID="{99490231-4B16-4F8D-8609-7854DEACF218}" presName="nodeText" presStyleLbl="bgAccFollowNode1" presStyleIdx="0" presStyleCnt="4">
        <dgm:presLayoutVars>
          <dgm:bulletEnabled val="1"/>
        </dgm:presLayoutVars>
      </dgm:prSet>
      <dgm:spPr/>
    </dgm:pt>
    <dgm:pt modelId="{0C6155B9-91FC-6E41-8B2F-8972BC677496}" type="pres">
      <dgm:prSet presAssocID="{B3BC902F-85E5-4918-A83A-5FA11DB2B328}" presName="sibTrans" presStyleCnt="0"/>
      <dgm:spPr/>
    </dgm:pt>
    <dgm:pt modelId="{32FD659A-1C6E-1943-B067-0C1CCF632F18}" type="pres">
      <dgm:prSet presAssocID="{6CF05CB6-54B0-4C29-B49B-9B0413E540E6}" presName="compositeNode" presStyleCnt="0">
        <dgm:presLayoutVars>
          <dgm:bulletEnabled val="1"/>
        </dgm:presLayoutVars>
      </dgm:prSet>
      <dgm:spPr/>
    </dgm:pt>
    <dgm:pt modelId="{60B06E4E-394F-3D40-BF14-B84458994F6A}" type="pres">
      <dgm:prSet presAssocID="{6CF05CB6-54B0-4C29-B49B-9B0413E540E6}" presName="bgRect" presStyleLbl="bgAccFollowNode1" presStyleIdx="1" presStyleCnt="4"/>
      <dgm:spPr/>
    </dgm:pt>
    <dgm:pt modelId="{F78C5E9B-0A0C-514D-963E-CD77AE94BC43}" type="pres">
      <dgm:prSet presAssocID="{87B29531-0D1F-4E0D-BD70-C99069E7CD29}" presName="sibTransNodeCircle" presStyleLbl="alignNode1" presStyleIdx="2" presStyleCnt="8">
        <dgm:presLayoutVars>
          <dgm:chMax val="0"/>
          <dgm:bulletEnabled/>
        </dgm:presLayoutVars>
      </dgm:prSet>
      <dgm:spPr/>
    </dgm:pt>
    <dgm:pt modelId="{8FC96E12-B90F-6F46-A47C-D39C0B8D5AEE}" type="pres">
      <dgm:prSet presAssocID="{6CF05CB6-54B0-4C29-B49B-9B0413E540E6}" presName="bottomLine" presStyleLbl="alignNode1" presStyleIdx="3" presStyleCnt="8">
        <dgm:presLayoutVars/>
      </dgm:prSet>
      <dgm:spPr/>
    </dgm:pt>
    <dgm:pt modelId="{4C926FC7-4E93-064B-B23E-A9A7D31DCA70}" type="pres">
      <dgm:prSet presAssocID="{6CF05CB6-54B0-4C29-B49B-9B0413E540E6}" presName="nodeText" presStyleLbl="bgAccFollowNode1" presStyleIdx="1" presStyleCnt="4">
        <dgm:presLayoutVars>
          <dgm:bulletEnabled val="1"/>
        </dgm:presLayoutVars>
      </dgm:prSet>
      <dgm:spPr/>
    </dgm:pt>
    <dgm:pt modelId="{B1B8CA68-E1C5-8C49-B58F-4EA3D27F9BC8}" type="pres">
      <dgm:prSet presAssocID="{87B29531-0D1F-4E0D-BD70-C99069E7CD29}" presName="sibTrans" presStyleCnt="0"/>
      <dgm:spPr/>
    </dgm:pt>
    <dgm:pt modelId="{C4282F36-8641-CF47-A761-87067A335DDE}" type="pres">
      <dgm:prSet presAssocID="{753BC975-4A81-48E7-B64E-469DEC577079}" presName="compositeNode" presStyleCnt="0">
        <dgm:presLayoutVars>
          <dgm:bulletEnabled val="1"/>
        </dgm:presLayoutVars>
      </dgm:prSet>
      <dgm:spPr/>
    </dgm:pt>
    <dgm:pt modelId="{CEA30629-4CCC-1245-9041-8B5C584CD775}" type="pres">
      <dgm:prSet presAssocID="{753BC975-4A81-48E7-B64E-469DEC577079}" presName="bgRect" presStyleLbl="bgAccFollowNode1" presStyleIdx="2" presStyleCnt="4"/>
      <dgm:spPr/>
    </dgm:pt>
    <dgm:pt modelId="{0C39DC6C-48BF-0542-AEA6-88D80E903680}" type="pres">
      <dgm:prSet presAssocID="{B38FF49F-9C01-434E-AFEF-7E6A0C9D8B60}" presName="sibTransNodeCircle" presStyleLbl="alignNode1" presStyleIdx="4" presStyleCnt="8">
        <dgm:presLayoutVars>
          <dgm:chMax val="0"/>
          <dgm:bulletEnabled/>
        </dgm:presLayoutVars>
      </dgm:prSet>
      <dgm:spPr/>
    </dgm:pt>
    <dgm:pt modelId="{2E9EDC33-BAC8-4348-8105-56673B5CFA08}" type="pres">
      <dgm:prSet presAssocID="{753BC975-4A81-48E7-B64E-469DEC577079}" presName="bottomLine" presStyleLbl="alignNode1" presStyleIdx="5" presStyleCnt="8">
        <dgm:presLayoutVars/>
      </dgm:prSet>
      <dgm:spPr/>
    </dgm:pt>
    <dgm:pt modelId="{2A489E3C-C5BA-9344-9CCE-04F014E7F0B0}" type="pres">
      <dgm:prSet presAssocID="{753BC975-4A81-48E7-B64E-469DEC577079}" presName="nodeText" presStyleLbl="bgAccFollowNode1" presStyleIdx="2" presStyleCnt="4">
        <dgm:presLayoutVars>
          <dgm:bulletEnabled val="1"/>
        </dgm:presLayoutVars>
      </dgm:prSet>
      <dgm:spPr/>
    </dgm:pt>
    <dgm:pt modelId="{2206FDB9-426B-8E47-945D-741F8EB9A4D7}" type="pres">
      <dgm:prSet presAssocID="{B38FF49F-9C01-434E-AFEF-7E6A0C9D8B60}" presName="sibTrans" presStyleCnt="0"/>
      <dgm:spPr/>
    </dgm:pt>
    <dgm:pt modelId="{D71232B9-EA20-0142-B0D0-3B80A16B3254}" type="pres">
      <dgm:prSet presAssocID="{9B324403-8F25-4C8B-BD06-CDCC768834B3}" presName="compositeNode" presStyleCnt="0">
        <dgm:presLayoutVars>
          <dgm:bulletEnabled val="1"/>
        </dgm:presLayoutVars>
      </dgm:prSet>
      <dgm:spPr/>
    </dgm:pt>
    <dgm:pt modelId="{02C9704D-70A0-5C48-ACB2-B0AC097F1A86}" type="pres">
      <dgm:prSet presAssocID="{9B324403-8F25-4C8B-BD06-CDCC768834B3}" presName="bgRect" presStyleLbl="bgAccFollowNode1" presStyleIdx="3" presStyleCnt="4"/>
      <dgm:spPr/>
    </dgm:pt>
    <dgm:pt modelId="{6A135BBD-3DB5-E841-8203-C53226E6CB39}" type="pres">
      <dgm:prSet presAssocID="{ED02BE63-F25B-474D-8D64-D89B9ABDE195}" presName="sibTransNodeCircle" presStyleLbl="alignNode1" presStyleIdx="6" presStyleCnt="8">
        <dgm:presLayoutVars>
          <dgm:chMax val="0"/>
          <dgm:bulletEnabled/>
        </dgm:presLayoutVars>
      </dgm:prSet>
      <dgm:spPr/>
    </dgm:pt>
    <dgm:pt modelId="{CE1BADB7-2DB9-2C40-907D-D6EDC1DEE400}" type="pres">
      <dgm:prSet presAssocID="{9B324403-8F25-4C8B-BD06-CDCC768834B3}" presName="bottomLine" presStyleLbl="alignNode1" presStyleIdx="7" presStyleCnt="8">
        <dgm:presLayoutVars/>
      </dgm:prSet>
      <dgm:spPr/>
    </dgm:pt>
    <dgm:pt modelId="{9F62F06A-8FEA-2A49-AF0C-29C4C2680FA5}" type="pres">
      <dgm:prSet presAssocID="{9B324403-8F25-4C8B-BD06-CDCC768834B3}" presName="nodeText" presStyleLbl="bgAccFollowNode1" presStyleIdx="3" presStyleCnt="4">
        <dgm:presLayoutVars>
          <dgm:bulletEnabled val="1"/>
        </dgm:presLayoutVars>
      </dgm:prSet>
      <dgm:spPr/>
    </dgm:pt>
  </dgm:ptLst>
  <dgm:cxnLst>
    <dgm:cxn modelId="{240B9405-981F-654A-87C0-DD3ED86D04F8}" type="presOf" srcId="{99490231-4B16-4F8D-8609-7854DEACF218}" destId="{94270988-5678-544B-8975-469D44EC3088}" srcOrd="0" destOrd="0" presId="urn:microsoft.com/office/officeart/2016/7/layout/BasicLinearProcessNumbered"/>
    <dgm:cxn modelId="{D0BBF605-7CD1-3848-A5C4-D836FB583A5D}" type="presOf" srcId="{753BC975-4A81-48E7-B64E-469DEC577079}" destId="{2A489E3C-C5BA-9344-9CCE-04F014E7F0B0}" srcOrd="1" destOrd="0" presId="urn:microsoft.com/office/officeart/2016/7/layout/BasicLinearProcessNumbered"/>
    <dgm:cxn modelId="{F1490A0F-CB6D-43BB-84D4-9832B63FCD7A}" srcId="{770175C7-C2C1-4573-98C6-B00D77EE9483}" destId="{99490231-4B16-4F8D-8609-7854DEACF218}" srcOrd="0" destOrd="0" parTransId="{FD965498-F3BE-4D8F-932D-02D76ECDE983}" sibTransId="{B3BC902F-85E5-4918-A83A-5FA11DB2B328}"/>
    <dgm:cxn modelId="{EFC08A22-978C-7C44-8FEA-2E1F805C3D23}" type="presOf" srcId="{87B29531-0D1F-4E0D-BD70-C99069E7CD29}" destId="{F78C5E9B-0A0C-514D-963E-CD77AE94BC43}" srcOrd="0" destOrd="0" presId="urn:microsoft.com/office/officeart/2016/7/layout/BasicLinearProcessNumbered"/>
    <dgm:cxn modelId="{7F48AD47-DF35-3A4A-8730-476ACA2DB24B}" type="presOf" srcId="{753BC975-4A81-48E7-B64E-469DEC577079}" destId="{CEA30629-4CCC-1245-9041-8B5C584CD775}" srcOrd="0" destOrd="0" presId="urn:microsoft.com/office/officeart/2016/7/layout/BasicLinearProcessNumbered"/>
    <dgm:cxn modelId="{C6BFBB50-98AE-574B-BDD8-08A95C56E44E}" type="presOf" srcId="{B3BC902F-85E5-4918-A83A-5FA11DB2B328}" destId="{F9889E28-9540-9E48-A2E1-E1B29639E4E3}" srcOrd="0" destOrd="0" presId="urn:microsoft.com/office/officeart/2016/7/layout/BasicLinearProcessNumbered"/>
    <dgm:cxn modelId="{D52BD956-9398-0941-B9EF-7F6DBDA89B5B}" type="presOf" srcId="{9B324403-8F25-4C8B-BD06-CDCC768834B3}" destId="{02C9704D-70A0-5C48-ACB2-B0AC097F1A86}" srcOrd="0" destOrd="0" presId="urn:microsoft.com/office/officeart/2016/7/layout/BasicLinearProcessNumbered"/>
    <dgm:cxn modelId="{A787B05A-AF8A-40E1-AC21-39A20A9A046D}" srcId="{770175C7-C2C1-4573-98C6-B00D77EE9483}" destId="{6CF05CB6-54B0-4C29-B49B-9B0413E540E6}" srcOrd="1" destOrd="0" parTransId="{6287E163-A3EB-477B-9610-4768DF1D2CA7}" sibTransId="{87B29531-0D1F-4E0D-BD70-C99069E7CD29}"/>
    <dgm:cxn modelId="{42583265-7038-FD4D-8330-44360A1CF910}" type="presOf" srcId="{99490231-4B16-4F8D-8609-7854DEACF218}" destId="{7E5367B2-9EAE-C047-A039-2C39CB617996}" srcOrd="1" destOrd="0" presId="urn:microsoft.com/office/officeart/2016/7/layout/BasicLinearProcessNumbered"/>
    <dgm:cxn modelId="{00209B6D-E586-A14C-8826-9572BB84A6E3}" type="presOf" srcId="{B38FF49F-9C01-434E-AFEF-7E6A0C9D8B60}" destId="{0C39DC6C-48BF-0542-AEA6-88D80E903680}" srcOrd="0" destOrd="0" presId="urn:microsoft.com/office/officeart/2016/7/layout/BasicLinearProcessNumbered"/>
    <dgm:cxn modelId="{6D5A2D86-C1FB-B94E-BEC0-79566D5F7CC1}" type="presOf" srcId="{770175C7-C2C1-4573-98C6-B00D77EE9483}" destId="{62389390-737C-3044-BC59-04FCB48B1BE0}" srcOrd="0" destOrd="0" presId="urn:microsoft.com/office/officeart/2016/7/layout/BasicLinearProcessNumbered"/>
    <dgm:cxn modelId="{F4521494-EA89-CC4B-92B4-BA59AC6F2D24}" type="presOf" srcId="{6CF05CB6-54B0-4C29-B49B-9B0413E540E6}" destId="{60B06E4E-394F-3D40-BF14-B84458994F6A}" srcOrd="0" destOrd="0" presId="urn:microsoft.com/office/officeart/2016/7/layout/BasicLinearProcessNumbered"/>
    <dgm:cxn modelId="{802D619A-846E-4097-AAC2-0587B71D03F1}" srcId="{770175C7-C2C1-4573-98C6-B00D77EE9483}" destId="{753BC975-4A81-48E7-B64E-469DEC577079}" srcOrd="2" destOrd="0" parTransId="{A5C932DD-1A9F-4253-8362-D9F9A5157214}" sibTransId="{B38FF49F-9C01-434E-AFEF-7E6A0C9D8B60}"/>
    <dgm:cxn modelId="{223B0DC2-0C4E-B542-B3CC-B0D252228930}" type="presOf" srcId="{6CF05CB6-54B0-4C29-B49B-9B0413E540E6}" destId="{4C926FC7-4E93-064B-B23E-A9A7D31DCA70}" srcOrd="1" destOrd="0" presId="urn:microsoft.com/office/officeart/2016/7/layout/BasicLinearProcessNumbered"/>
    <dgm:cxn modelId="{619F9EE4-8D3F-1540-8E12-C641294197D5}" type="presOf" srcId="{9B324403-8F25-4C8B-BD06-CDCC768834B3}" destId="{9F62F06A-8FEA-2A49-AF0C-29C4C2680FA5}" srcOrd="1" destOrd="0" presId="urn:microsoft.com/office/officeart/2016/7/layout/BasicLinearProcessNumbered"/>
    <dgm:cxn modelId="{B11A05EA-8AF4-4A16-906D-9B1209DD292C}" srcId="{770175C7-C2C1-4573-98C6-B00D77EE9483}" destId="{9B324403-8F25-4C8B-BD06-CDCC768834B3}" srcOrd="3" destOrd="0" parTransId="{358DA0EE-ABF0-4D1D-B388-2AFF3CE75AD0}" sibTransId="{ED02BE63-F25B-474D-8D64-D89B9ABDE195}"/>
    <dgm:cxn modelId="{32F2EAF1-740F-334A-AF27-1159E831FCFB}" type="presOf" srcId="{ED02BE63-F25B-474D-8D64-D89B9ABDE195}" destId="{6A135BBD-3DB5-E841-8203-C53226E6CB39}" srcOrd="0" destOrd="0" presId="urn:microsoft.com/office/officeart/2016/7/layout/BasicLinearProcessNumbered"/>
    <dgm:cxn modelId="{6106ABA7-4272-384E-9FC2-2F2EE7A8F9B7}" type="presParOf" srcId="{62389390-737C-3044-BC59-04FCB48B1BE0}" destId="{448CD47F-A79D-D649-9D7B-30B02C3F8B08}" srcOrd="0" destOrd="0" presId="urn:microsoft.com/office/officeart/2016/7/layout/BasicLinearProcessNumbered"/>
    <dgm:cxn modelId="{0B6A6897-D1D6-F244-838C-E483FABFD510}" type="presParOf" srcId="{448CD47F-A79D-D649-9D7B-30B02C3F8B08}" destId="{94270988-5678-544B-8975-469D44EC3088}" srcOrd="0" destOrd="0" presId="urn:microsoft.com/office/officeart/2016/7/layout/BasicLinearProcessNumbered"/>
    <dgm:cxn modelId="{0235E401-C9E9-AC4D-8BA1-D7A45DF680BB}" type="presParOf" srcId="{448CD47F-A79D-D649-9D7B-30B02C3F8B08}" destId="{F9889E28-9540-9E48-A2E1-E1B29639E4E3}" srcOrd="1" destOrd="0" presId="urn:microsoft.com/office/officeart/2016/7/layout/BasicLinearProcessNumbered"/>
    <dgm:cxn modelId="{1D07434B-5902-3F40-9F1B-F53649A767D2}" type="presParOf" srcId="{448CD47F-A79D-D649-9D7B-30B02C3F8B08}" destId="{160BCFC2-F639-DD4C-8963-16F736538D2F}" srcOrd="2" destOrd="0" presId="urn:microsoft.com/office/officeart/2016/7/layout/BasicLinearProcessNumbered"/>
    <dgm:cxn modelId="{FCCC74FD-236A-DD46-9A51-645F9EE5840F}" type="presParOf" srcId="{448CD47F-A79D-D649-9D7B-30B02C3F8B08}" destId="{7E5367B2-9EAE-C047-A039-2C39CB617996}" srcOrd="3" destOrd="0" presId="urn:microsoft.com/office/officeart/2016/7/layout/BasicLinearProcessNumbered"/>
    <dgm:cxn modelId="{C4928344-58FB-C84C-A8DE-601E8B58C0BD}" type="presParOf" srcId="{62389390-737C-3044-BC59-04FCB48B1BE0}" destId="{0C6155B9-91FC-6E41-8B2F-8972BC677496}" srcOrd="1" destOrd="0" presId="urn:microsoft.com/office/officeart/2016/7/layout/BasicLinearProcessNumbered"/>
    <dgm:cxn modelId="{CAF62A9B-9F2C-524F-9D6D-1A9F71F30C70}" type="presParOf" srcId="{62389390-737C-3044-BC59-04FCB48B1BE0}" destId="{32FD659A-1C6E-1943-B067-0C1CCF632F18}" srcOrd="2" destOrd="0" presId="urn:microsoft.com/office/officeart/2016/7/layout/BasicLinearProcessNumbered"/>
    <dgm:cxn modelId="{CB79842E-B801-8F4E-999F-28D74603D4B7}" type="presParOf" srcId="{32FD659A-1C6E-1943-B067-0C1CCF632F18}" destId="{60B06E4E-394F-3D40-BF14-B84458994F6A}" srcOrd="0" destOrd="0" presId="urn:microsoft.com/office/officeart/2016/7/layout/BasicLinearProcessNumbered"/>
    <dgm:cxn modelId="{0FD1EF35-2C76-AA45-BD56-C74DED6067BE}" type="presParOf" srcId="{32FD659A-1C6E-1943-B067-0C1CCF632F18}" destId="{F78C5E9B-0A0C-514D-963E-CD77AE94BC43}" srcOrd="1" destOrd="0" presId="urn:microsoft.com/office/officeart/2016/7/layout/BasicLinearProcessNumbered"/>
    <dgm:cxn modelId="{EB667273-5DA7-E948-882C-43F3A8B371E2}" type="presParOf" srcId="{32FD659A-1C6E-1943-B067-0C1CCF632F18}" destId="{8FC96E12-B90F-6F46-A47C-D39C0B8D5AEE}" srcOrd="2" destOrd="0" presId="urn:microsoft.com/office/officeart/2016/7/layout/BasicLinearProcessNumbered"/>
    <dgm:cxn modelId="{40BB8ECC-6477-4140-8F8B-437BD3FA1F76}" type="presParOf" srcId="{32FD659A-1C6E-1943-B067-0C1CCF632F18}" destId="{4C926FC7-4E93-064B-B23E-A9A7D31DCA70}" srcOrd="3" destOrd="0" presId="urn:microsoft.com/office/officeart/2016/7/layout/BasicLinearProcessNumbered"/>
    <dgm:cxn modelId="{1CE6E9D8-20F5-C941-BD65-61690B490BEC}" type="presParOf" srcId="{62389390-737C-3044-BC59-04FCB48B1BE0}" destId="{B1B8CA68-E1C5-8C49-B58F-4EA3D27F9BC8}" srcOrd="3" destOrd="0" presId="urn:microsoft.com/office/officeart/2016/7/layout/BasicLinearProcessNumbered"/>
    <dgm:cxn modelId="{FF19A7B5-00CA-644E-A026-06645DBE022F}" type="presParOf" srcId="{62389390-737C-3044-BC59-04FCB48B1BE0}" destId="{C4282F36-8641-CF47-A761-87067A335DDE}" srcOrd="4" destOrd="0" presId="urn:microsoft.com/office/officeart/2016/7/layout/BasicLinearProcessNumbered"/>
    <dgm:cxn modelId="{196A3038-B3A6-E24F-971C-0A6C263B6CB4}" type="presParOf" srcId="{C4282F36-8641-CF47-A761-87067A335DDE}" destId="{CEA30629-4CCC-1245-9041-8B5C584CD775}" srcOrd="0" destOrd="0" presId="urn:microsoft.com/office/officeart/2016/7/layout/BasicLinearProcessNumbered"/>
    <dgm:cxn modelId="{896E1BB6-1AFF-6A45-862A-BEB16E202FCD}" type="presParOf" srcId="{C4282F36-8641-CF47-A761-87067A335DDE}" destId="{0C39DC6C-48BF-0542-AEA6-88D80E903680}" srcOrd="1" destOrd="0" presId="urn:microsoft.com/office/officeart/2016/7/layout/BasicLinearProcessNumbered"/>
    <dgm:cxn modelId="{C5F1E483-7BE9-3646-9EC4-5547EBB70625}" type="presParOf" srcId="{C4282F36-8641-CF47-A761-87067A335DDE}" destId="{2E9EDC33-BAC8-4348-8105-56673B5CFA08}" srcOrd="2" destOrd="0" presId="urn:microsoft.com/office/officeart/2016/7/layout/BasicLinearProcessNumbered"/>
    <dgm:cxn modelId="{E58BBC84-F436-074C-88CF-2AD742686609}" type="presParOf" srcId="{C4282F36-8641-CF47-A761-87067A335DDE}" destId="{2A489E3C-C5BA-9344-9CCE-04F014E7F0B0}" srcOrd="3" destOrd="0" presId="urn:microsoft.com/office/officeart/2016/7/layout/BasicLinearProcessNumbered"/>
    <dgm:cxn modelId="{3CE4F3D4-17E4-BF48-8FD4-0F366A96A437}" type="presParOf" srcId="{62389390-737C-3044-BC59-04FCB48B1BE0}" destId="{2206FDB9-426B-8E47-945D-741F8EB9A4D7}" srcOrd="5" destOrd="0" presId="urn:microsoft.com/office/officeart/2016/7/layout/BasicLinearProcessNumbered"/>
    <dgm:cxn modelId="{F053219E-A67A-3C46-A23C-11F10A3B47CE}" type="presParOf" srcId="{62389390-737C-3044-BC59-04FCB48B1BE0}" destId="{D71232B9-EA20-0142-B0D0-3B80A16B3254}" srcOrd="6" destOrd="0" presId="urn:microsoft.com/office/officeart/2016/7/layout/BasicLinearProcessNumbered"/>
    <dgm:cxn modelId="{4518183E-8123-E44D-9072-D99466F7B780}" type="presParOf" srcId="{D71232B9-EA20-0142-B0D0-3B80A16B3254}" destId="{02C9704D-70A0-5C48-ACB2-B0AC097F1A86}" srcOrd="0" destOrd="0" presId="urn:microsoft.com/office/officeart/2016/7/layout/BasicLinearProcessNumbered"/>
    <dgm:cxn modelId="{EAAB523D-2334-104A-AB5A-326C95A55AD5}" type="presParOf" srcId="{D71232B9-EA20-0142-B0D0-3B80A16B3254}" destId="{6A135BBD-3DB5-E841-8203-C53226E6CB39}" srcOrd="1" destOrd="0" presId="urn:microsoft.com/office/officeart/2016/7/layout/BasicLinearProcessNumbered"/>
    <dgm:cxn modelId="{505369C5-F836-5645-9FF9-5ABC26D9301C}" type="presParOf" srcId="{D71232B9-EA20-0142-B0D0-3B80A16B3254}" destId="{CE1BADB7-2DB9-2C40-907D-D6EDC1DEE400}" srcOrd="2" destOrd="0" presId="urn:microsoft.com/office/officeart/2016/7/layout/BasicLinearProcessNumbered"/>
    <dgm:cxn modelId="{1E9DE997-E456-E744-A544-2B135E233A3A}" type="presParOf" srcId="{D71232B9-EA20-0142-B0D0-3B80A16B3254}" destId="{9F62F06A-8FEA-2A49-AF0C-29C4C2680FA5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9991D92-DFB4-4ECF-8F36-4A1596CC8D20}" type="doc">
      <dgm:prSet loTypeId="urn:microsoft.com/office/officeart/2005/8/layout/vList5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6660A5A-9669-4BE5-A006-09CE05564406}">
      <dgm:prSet/>
      <dgm:spPr/>
      <dgm:t>
        <a:bodyPr/>
        <a:lstStyle/>
        <a:p>
          <a:r>
            <a:rPr lang="el-GR" b="0" i="0"/>
            <a:t>Κύρια ευρήματα ανάλυσης</a:t>
          </a:r>
          <a:endParaRPr lang="en-US"/>
        </a:p>
      </dgm:t>
    </dgm:pt>
    <dgm:pt modelId="{63D78AFE-FAD5-40D7-877A-3198EE372A67}" type="parTrans" cxnId="{817311EF-D7B9-4520-88A6-5E0F9F8121B9}">
      <dgm:prSet/>
      <dgm:spPr/>
      <dgm:t>
        <a:bodyPr/>
        <a:lstStyle/>
        <a:p>
          <a:endParaRPr lang="en-US"/>
        </a:p>
      </dgm:t>
    </dgm:pt>
    <dgm:pt modelId="{E0BEF210-50ED-4C28-B040-240F0F0FCBC8}" type="sibTrans" cxnId="{817311EF-D7B9-4520-88A6-5E0F9F8121B9}">
      <dgm:prSet/>
      <dgm:spPr/>
      <dgm:t>
        <a:bodyPr/>
        <a:lstStyle/>
        <a:p>
          <a:endParaRPr lang="en-US"/>
        </a:p>
      </dgm:t>
    </dgm:pt>
    <dgm:pt modelId="{52B7DC0A-8C4F-4BE0-9D32-0B18AD3FC757}">
      <dgm:prSet/>
      <dgm:spPr>
        <a:solidFill>
          <a:srgbClr val="002060"/>
        </a:solidFill>
      </dgm:spPr>
      <dgm:t>
        <a:bodyPr/>
        <a:lstStyle/>
        <a:p>
          <a:r>
            <a:rPr lang="el-GR" b="0" i="0" dirty="0"/>
            <a:t>Επιπτώσεις στα επιχειρηματικά σχέδια</a:t>
          </a:r>
          <a:endParaRPr lang="en-US" dirty="0"/>
        </a:p>
      </dgm:t>
    </dgm:pt>
    <dgm:pt modelId="{71723DB9-74E8-4249-B063-C2329B081FA2}" type="parTrans" cxnId="{0AD84F7E-F02A-4FAD-B223-DCAD8DACF821}">
      <dgm:prSet/>
      <dgm:spPr/>
      <dgm:t>
        <a:bodyPr/>
        <a:lstStyle/>
        <a:p>
          <a:endParaRPr lang="en-US"/>
        </a:p>
      </dgm:t>
    </dgm:pt>
    <dgm:pt modelId="{5EA493AA-D256-487B-93D5-77DB463FE39C}" type="sibTrans" cxnId="{0AD84F7E-F02A-4FAD-B223-DCAD8DACF821}">
      <dgm:prSet/>
      <dgm:spPr/>
      <dgm:t>
        <a:bodyPr/>
        <a:lstStyle/>
        <a:p>
          <a:endParaRPr lang="en-US"/>
        </a:p>
      </dgm:t>
    </dgm:pt>
    <dgm:pt modelId="{C5CB2222-07ED-7F49-995C-141349506AF0}" type="pres">
      <dgm:prSet presAssocID="{89991D92-DFB4-4ECF-8F36-4A1596CC8D20}" presName="Name0" presStyleCnt="0">
        <dgm:presLayoutVars>
          <dgm:dir/>
          <dgm:animLvl val="lvl"/>
          <dgm:resizeHandles val="exact"/>
        </dgm:presLayoutVars>
      </dgm:prSet>
      <dgm:spPr/>
    </dgm:pt>
    <dgm:pt modelId="{728ECDCA-AED4-4D40-8681-711310A7763F}" type="pres">
      <dgm:prSet presAssocID="{E6660A5A-9669-4BE5-A006-09CE05564406}" presName="linNode" presStyleCnt="0"/>
      <dgm:spPr/>
    </dgm:pt>
    <dgm:pt modelId="{5B5F816F-7456-DC46-AEF2-2DD8351B0962}" type="pres">
      <dgm:prSet presAssocID="{E6660A5A-9669-4BE5-A006-09CE05564406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1B4C83B2-13EC-6C4B-9B44-C1BECDEA008A}" type="pres">
      <dgm:prSet presAssocID="{E0BEF210-50ED-4C28-B040-240F0F0FCBC8}" presName="sp" presStyleCnt="0"/>
      <dgm:spPr/>
    </dgm:pt>
    <dgm:pt modelId="{8C89613B-303B-1144-9D2A-012D28AE9DD8}" type="pres">
      <dgm:prSet presAssocID="{52B7DC0A-8C4F-4BE0-9D32-0B18AD3FC757}" presName="linNode" presStyleCnt="0"/>
      <dgm:spPr/>
    </dgm:pt>
    <dgm:pt modelId="{10E84D3B-8A72-5A4F-9C0B-07B02EBE794F}" type="pres">
      <dgm:prSet presAssocID="{52B7DC0A-8C4F-4BE0-9D32-0B18AD3FC757}" presName="parentText" presStyleLbl="node1" presStyleIdx="1" presStyleCnt="2">
        <dgm:presLayoutVars>
          <dgm:chMax val="1"/>
          <dgm:bulletEnabled val="1"/>
        </dgm:presLayoutVars>
      </dgm:prSet>
      <dgm:spPr/>
    </dgm:pt>
  </dgm:ptLst>
  <dgm:cxnLst>
    <dgm:cxn modelId="{0AD84F7E-F02A-4FAD-B223-DCAD8DACF821}" srcId="{89991D92-DFB4-4ECF-8F36-4A1596CC8D20}" destId="{52B7DC0A-8C4F-4BE0-9D32-0B18AD3FC757}" srcOrd="1" destOrd="0" parTransId="{71723DB9-74E8-4249-B063-C2329B081FA2}" sibTransId="{5EA493AA-D256-487B-93D5-77DB463FE39C}"/>
    <dgm:cxn modelId="{BDE88092-5FFE-044A-9AD1-F82CFECAE85F}" type="presOf" srcId="{E6660A5A-9669-4BE5-A006-09CE05564406}" destId="{5B5F816F-7456-DC46-AEF2-2DD8351B0962}" srcOrd="0" destOrd="0" presId="urn:microsoft.com/office/officeart/2005/8/layout/vList5"/>
    <dgm:cxn modelId="{3D4E9394-BE76-9146-BFB1-2FE670FD4C15}" type="presOf" srcId="{52B7DC0A-8C4F-4BE0-9D32-0B18AD3FC757}" destId="{10E84D3B-8A72-5A4F-9C0B-07B02EBE794F}" srcOrd="0" destOrd="0" presId="urn:microsoft.com/office/officeart/2005/8/layout/vList5"/>
    <dgm:cxn modelId="{4B1F31D0-E0B6-8645-9D0E-F5AD4D66E277}" type="presOf" srcId="{89991D92-DFB4-4ECF-8F36-4A1596CC8D20}" destId="{C5CB2222-07ED-7F49-995C-141349506AF0}" srcOrd="0" destOrd="0" presId="urn:microsoft.com/office/officeart/2005/8/layout/vList5"/>
    <dgm:cxn modelId="{817311EF-D7B9-4520-88A6-5E0F9F8121B9}" srcId="{89991D92-DFB4-4ECF-8F36-4A1596CC8D20}" destId="{E6660A5A-9669-4BE5-A006-09CE05564406}" srcOrd="0" destOrd="0" parTransId="{63D78AFE-FAD5-40D7-877A-3198EE372A67}" sibTransId="{E0BEF210-50ED-4C28-B040-240F0F0FCBC8}"/>
    <dgm:cxn modelId="{1746124C-9B95-9849-800D-9DB4C05337A7}" type="presParOf" srcId="{C5CB2222-07ED-7F49-995C-141349506AF0}" destId="{728ECDCA-AED4-4D40-8681-711310A7763F}" srcOrd="0" destOrd="0" presId="urn:microsoft.com/office/officeart/2005/8/layout/vList5"/>
    <dgm:cxn modelId="{7EB669BE-6F95-E540-A268-08353538AA96}" type="presParOf" srcId="{728ECDCA-AED4-4D40-8681-711310A7763F}" destId="{5B5F816F-7456-DC46-AEF2-2DD8351B0962}" srcOrd="0" destOrd="0" presId="urn:microsoft.com/office/officeart/2005/8/layout/vList5"/>
    <dgm:cxn modelId="{47399E46-7AA5-E04E-90C0-0C21C4722B4F}" type="presParOf" srcId="{C5CB2222-07ED-7F49-995C-141349506AF0}" destId="{1B4C83B2-13EC-6C4B-9B44-C1BECDEA008A}" srcOrd="1" destOrd="0" presId="urn:microsoft.com/office/officeart/2005/8/layout/vList5"/>
    <dgm:cxn modelId="{74DEA8C5-E2A4-3D41-9E5D-28D4ACC4C687}" type="presParOf" srcId="{C5CB2222-07ED-7F49-995C-141349506AF0}" destId="{8C89613B-303B-1144-9D2A-012D28AE9DD8}" srcOrd="2" destOrd="0" presId="urn:microsoft.com/office/officeart/2005/8/layout/vList5"/>
    <dgm:cxn modelId="{5CFEB8A3-70E1-554F-AC90-D46DD2192088}" type="presParOf" srcId="{8C89613B-303B-1144-9D2A-012D28AE9DD8}" destId="{10E84D3B-8A72-5A4F-9C0B-07B02EBE794F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CC8097-3B53-BF46-BAEA-62E471E5750A}">
      <dsp:nvSpPr>
        <dsp:cNvPr id="0" name=""/>
        <dsp:cNvSpPr/>
      </dsp:nvSpPr>
      <dsp:spPr>
        <a:xfrm>
          <a:off x="0" y="755"/>
          <a:ext cx="542613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ED9FE5-AD52-3947-AC67-E768AB5B83F2}">
      <dsp:nvSpPr>
        <dsp:cNvPr id="0" name=""/>
        <dsp:cNvSpPr/>
      </dsp:nvSpPr>
      <dsp:spPr>
        <a:xfrm>
          <a:off x="0" y="755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/>
            <a:t>Εισαγωγή στην Εταιρεία.</a:t>
          </a:r>
          <a:endParaRPr lang="en-US" sz="1500" kern="1200" dirty="0"/>
        </a:p>
      </dsp:txBody>
      <dsp:txXfrm>
        <a:off x="0" y="755"/>
        <a:ext cx="5426131" cy="618552"/>
      </dsp:txXfrm>
    </dsp:sp>
    <dsp:sp modelId="{9E40553B-B512-674E-B1E7-9951819793A5}">
      <dsp:nvSpPr>
        <dsp:cNvPr id="0" name=""/>
        <dsp:cNvSpPr/>
      </dsp:nvSpPr>
      <dsp:spPr>
        <a:xfrm>
          <a:off x="0" y="619307"/>
          <a:ext cx="542613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72CED0-12F2-AF42-8C0C-5B7CD478D48B}">
      <dsp:nvSpPr>
        <dsp:cNvPr id="0" name=""/>
        <dsp:cNvSpPr/>
      </dsp:nvSpPr>
      <dsp:spPr>
        <a:xfrm>
          <a:off x="0" y="619307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/>
            <a:t>Προετοιμασία </a:t>
          </a:r>
          <a:r>
            <a:rPr lang="el-GR" sz="1500" b="0" i="0" kern="1200" dirty="0" err="1"/>
            <a:t>Dataset</a:t>
          </a:r>
          <a:r>
            <a:rPr lang="el-GR" sz="1500" b="0" i="0" kern="1200" dirty="0"/>
            <a:t>.</a:t>
          </a:r>
          <a:endParaRPr lang="en-US" sz="1500" kern="1200" dirty="0"/>
        </a:p>
      </dsp:txBody>
      <dsp:txXfrm>
        <a:off x="0" y="619307"/>
        <a:ext cx="5426131" cy="618552"/>
      </dsp:txXfrm>
    </dsp:sp>
    <dsp:sp modelId="{2B4065A7-1694-B24C-B12B-ED7199D5A9F6}">
      <dsp:nvSpPr>
        <dsp:cNvPr id="0" name=""/>
        <dsp:cNvSpPr/>
      </dsp:nvSpPr>
      <dsp:spPr>
        <a:xfrm>
          <a:off x="0" y="1237859"/>
          <a:ext cx="542613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40D458-E52B-7146-86B9-693AF035CDE3}">
      <dsp:nvSpPr>
        <dsp:cNvPr id="0" name=""/>
        <dsp:cNvSpPr/>
      </dsp:nvSpPr>
      <dsp:spPr>
        <a:xfrm>
          <a:off x="0" y="1237859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 err="1"/>
            <a:t>Μοντελοποίηση</a:t>
          </a:r>
          <a:r>
            <a:rPr lang="el-GR" sz="1500" b="0" i="0" kern="1200" dirty="0"/>
            <a:t> και Συσχετίσεις.</a:t>
          </a:r>
          <a:endParaRPr lang="en-US" sz="1500" kern="1200" dirty="0"/>
        </a:p>
      </dsp:txBody>
      <dsp:txXfrm>
        <a:off x="0" y="1237859"/>
        <a:ext cx="5426131" cy="618552"/>
      </dsp:txXfrm>
    </dsp:sp>
    <dsp:sp modelId="{93592933-BDF2-8744-85DA-050F5D7E5F70}">
      <dsp:nvSpPr>
        <dsp:cNvPr id="0" name=""/>
        <dsp:cNvSpPr/>
      </dsp:nvSpPr>
      <dsp:spPr>
        <a:xfrm>
          <a:off x="0" y="1856412"/>
          <a:ext cx="542613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7B4C8-2A06-BA45-9A72-938D02AC4431}">
      <dsp:nvSpPr>
        <dsp:cNvPr id="0" name=""/>
        <dsp:cNvSpPr/>
      </dsp:nvSpPr>
      <dsp:spPr>
        <a:xfrm>
          <a:off x="0" y="1856412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/>
            <a:t>Περιγραφικά Στατιστικά: Κέρδος και Εκπτώσεις.</a:t>
          </a:r>
          <a:endParaRPr lang="en-US" sz="1500" kern="1200" dirty="0"/>
        </a:p>
      </dsp:txBody>
      <dsp:txXfrm>
        <a:off x="0" y="1856412"/>
        <a:ext cx="5426131" cy="618552"/>
      </dsp:txXfrm>
    </dsp:sp>
    <dsp:sp modelId="{E8B503EA-26DF-7D4B-B2DE-D0D0C61F49FE}">
      <dsp:nvSpPr>
        <dsp:cNvPr id="0" name=""/>
        <dsp:cNvSpPr/>
      </dsp:nvSpPr>
      <dsp:spPr>
        <a:xfrm>
          <a:off x="0" y="2474964"/>
          <a:ext cx="542613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358DBF-1D4D-4A41-BBB9-5D08880F2692}">
      <dsp:nvSpPr>
        <dsp:cNvPr id="0" name=""/>
        <dsp:cNvSpPr/>
      </dsp:nvSpPr>
      <dsp:spPr>
        <a:xfrm>
          <a:off x="0" y="2474964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 err="1"/>
            <a:t>Dashboards</a:t>
          </a:r>
          <a:r>
            <a:rPr lang="el-GR" sz="1500" b="0" i="0" kern="1200" dirty="0"/>
            <a:t> Πωλήσεων και Κερδών.</a:t>
          </a:r>
          <a:endParaRPr lang="en-US" sz="1500" kern="1200" dirty="0"/>
        </a:p>
      </dsp:txBody>
      <dsp:txXfrm>
        <a:off x="0" y="2474964"/>
        <a:ext cx="5426131" cy="618552"/>
      </dsp:txXfrm>
    </dsp:sp>
    <dsp:sp modelId="{F10921C1-66C7-1341-9256-9535BB8F708B}">
      <dsp:nvSpPr>
        <dsp:cNvPr id="0" name=""/>
        <dsp:cNvSpPr/>
      </dsp:nvSpPr>
      <dsp:spPr>
        <a:xfrm>
          <a:off x="0" y="3093516"/>
          <a:ext cx="542613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05CE42C-1824-8E40-80EA-24D0C2DE01CC}">
      <dsp:nvSpPr>
        <dsp:cNvPr id="0" name=""/>
        <dsp:cNvSpPr/>
      </dsp:nvSpPr>
      <dsp:spPr>
        <a:xfrm>
          <a:off x="0" y="3093516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/>
            <a:t>Κατακερματισμός Πελατών σε κατηγορίες.</a:t>
          </a:r>
        </a:p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/>
            <a:t> </a:t>
          </a:r>
          <a:endParaRPr lang="en-US" sz="1500" kern="1200" dirty="0"/>
        </a:p>
      </dsp:txBody>
      <dsp:txXfrm>
        <a:off x="0" y="3093516"/>
        <a:ext cx="5426131" cy="618552"/>
      </dsp:txXfrm>
    </dsp:sp>
    <dsp:sp modelId="{6FB501B0-ECEF-8744-8FEF-FD4CD1CCBDB5}">
      <dsp:nvSpPr>
        <dsp:cNvPr id="0" name=""/>
        <dsp:cNvSpPr/>
      </dsp:nvSpPr>
      <dsp:spPr>
        <a:xfrm>
          <a:off x="0" y="3712068"/>
          <a:ext cx="5426131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E5648E-718D-644C-8DED-5E323C45A923}">
      <dsp:nvSpPr>
        <dsp:cNvPr id="0" name=""/>
        <dsp:cNvSpPr/>
      </dsp:nvSpPr>
      <dsp:spPr>
        <a:xfrm>
          <a:off x="0" y="3712068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l-GR" sz="1500" kern="1200"/>
        </a:p>
      </dsp:txBody>
      <dsp:txXfrm>
        <a:off x="0" y="3712068"/>
        <a:ext cx="5426131" cy="618552"/>
      </dsp:txXfrm>
    </dsp:sp>
    <dsp:sp modelId="{D1FDC6E2-DBC3-D440-BCF5-94AB5BE7523D}">
      <dsp:nvSpPr>
        <dsp:cNvPr id="0" name=""/>
        <dsp:cNvSpPr/>
      </dsp:nvSpPr>
      <dsp:spPr>
        <a:xfrm>
          <a:off x="0" y="4330620"/>
          <a:ext cx="5426131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80F756-42A0-5F42-B21B-025F3A295A2A}">
      <dsp:nvSpPr>
        <dsp:cNvPr id="0" name=""/>
        <dsp:cNvSpPr/>
      </dsp:nvSpPr>
      <dsp:spPr>
        <a:xfrm>
          <a:off x="0" y="4330620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/>
            <a:t>Συστάσεις και Συμπεράσματα.</a:t>
          </a:r>
          <a:endParaRPr lang="en-US" sz="1500" kern="1200" dirty="0"/>
        </a:p>
      </dsp:txBody>
      <dsp:txXfrm>
        <a:off x="0" y="4330620"/>
        <a:ext cx="5426131" cy="618552"/>
      </dsp:txXfrm>
    </dsp:sp>
    <dsp:sp modelId="{D7A9247D-303B-BA47-BEF5-0F0AD2AABCF7}">
      <dsp:nvSpPr>
        <dsp:cNvPr id="0" name=""/>
        <dsp:cNvSpPr/>
      </dsp:nvSpPr>
      <dsp:spPr>
        <a:xfrm>
          <a:off x="0" y="4949173"/>
          <a:ext cx="5426131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6720EF-28D7-544E-99D0-04A483E62CB4}">
      <dsp:nvSpPr>
        <dsp:cNvPr id="0" name=""/>
        <dsp:cNvSpPr/>
      </dsp:nvSpPr>
      <dsp:spPr>
        <a:xfrm>
          <a:off x="0" y="4949173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/>
            <a:t>Ερωτήσεις.</a:t>
          </a:r>
          <a:endParaRPr lang="en-US" sz="1500" kern="1200" dirty="0"/>
        </a:p>
      </dsp:txBody>
      <dsp:txXfrm>
        <a:off x="0" y="4949173"/>
        <a:ext cx="5426131" cy="618552"/>
      </dsp:txXfrm>
    </dsp:sp>
    <dsp:sp modelId="{336D30C1-3509-F945-8D68-9443951B17E8}">
      <dsp:nvSpPr>
        <dsp:cNvPr id="0" name=""/>
        <dsp:cNvSpPr/>
      </dsp:nvSpPr>
      <dsp:spPr>
        <a:xfrm>
          <a:off x="0" y="5567725"/>
          <a:ext cx="5426131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96B65A-620F-894E-9156-FABFD4060ABD}">
      <dsp:nvSpPr>
        <dsp:cNvPr id="0" name=""/>
        <dsp:cNvSpPr/>
      </dsp:nvSpPr>
      <dsp:spPr>
        <a:xfrm>
          <a:off x="0" y="3685879"/>
          <a:ext cx="5426131" cy="61855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/>
            <a:t>Αγοραστική Δύναμη Νοικοκυριού</a:t>
          </a:r>
          <a:endParaRPr lang="el-GR" sz="1500" kern="1200"/>
        </a:p>
      </dsp:txBody>
      <dsp:txXfrm>
        <a:off x="0" y="3685879"/>
        <a:ext cx="5426131" cy="61855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625DD1-97CB-7845-971E-0C0420AB62A5}">
      <dsp:nvSpPr>
        <dsp:cNvPr id="0" name=""/>
        <dsp:cNvSpPr/>
      </dsp:nvSpPr>
      <dsp:spPr>
        <a:xfrm>
          <a:off x="290679" y="1428"/>
          <a:ext cx="1987391" cy="1192434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2000" b="0" i="0" kern="1200" dirty="0"/>
            <a:t>ASS Inc. </a:t>
          </a:r>
          <a:r>
            <a:rPr lang="en-CA" sz="2000" kern="1200" dirty="0"/>
            <a:t>– </a:t>
          </a:r>
          <a:r>
            <a:rPr lang="el-GR" sz="2000" kern="1200" dirty="0" err="1"/>
            <a:t>Εταιρικ</a:t>
          </a:r>
          <a:r>
            <a:rPr lang="en-CA" sz="2000" kern="1200" dirty="0" err="1"/>
            <a:t>ό</a:t>
          </a:r>
          <a:r>
            <a:rPr lang="el-GR" sz="2000" kern="1200" dirty="0"/>
            <a:t> προφίλ </a:t>
          </a:r>
          <a:endParaRPr lang="en-US" sz="2000" kern="1200" dirty="0"/>
        </a:p>
      </dsp:txBody>
      <dsp:txXfrm>
        <a:off x="290679" y="1428"/>
        <a:ext cx="1987391" cy="1192434"/>
      </dsp:txXfrm>
    </dsp:sp>
    <dsp:sp modelId="{84525318-4B9B-DB4D-BDC0-B2CFAF4F9996}">
      <dsp:nvSpPr>
        <dsp:cNvPr id="0" name=""/>
        <dsp:cNvSpPr/>
      </dsp:nvSpPr>
      <dsp:spPr>
        <a:xfrm>
          <a:off x="2476809" y="1428"/>
          <a:ext cx="1987391" cy="1192434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kern="1200" dirty="0"/>
            <a:t>‘</a:t>
          </a:r>
          <a:r>
            <a:rPr lang="el-GR" sz="2000" kern="1200" dirty="0" err="1"/>
            <a:t>Εδρα</a:t>
          </a:r>
          <a:r>
            <a:rPr lang="el-GR" sz="2000" kern="1200" dirty="0"/>
            <a:t>: Ηνωμένες </a:t>
          </a:r>
          <a:r>
            <a:rPr lang="el-GR" sz="2000" kern="1200" dirty="0" err="1"/>
            <a:t>Πωλητείες</a:t>
          </a:r>
          <a:r>
            <a:rPr lang="el-GR" sz="2000" kern="1200" dirty="0"/>
            <a:t> Αμερικής </a:t>
          </a:r>
          <a:endParaRPr lang="en-US" sz="2000" kern="1200" dirty="0"/>
        </a:p>
      </dsp:txBody>
      <dsp:txXfrm>
        <a:off x="2476809" y="1428"/>
        <a:ext cx="1987391" cy="1192434"/>
      </dsp:txXfrm>
    </dsp:sp>
    <dsp:sp modelId="{1563555D-52C1-BB43-83E8-7E3BB29688BD}">
      <dsp:nvSpPr>
        <dsp:cNvPr id="0" name=""/>
        <dsp:cNvSpPr/>
      </dsp:nvSpPr>
      <dsp:spPr>
        <a:xfrm>
          <a:off x="290679" y="1392602"/>
          <a:ext cx="1987391" cy="1192434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0" i="0" kern="1200" dirty="0"/>
            <a:t>Τομέας: Είδη γραφείου &amp;Τεχνολογίας</a:t>
          </a:r>
          <a:endParaRPr lang="en-US" sz="2000" kern="1200" dirty="0"/>
        </a:p>
      </dsp:txBody>
      <dsp:txXfrm>
        <a:off x="290679" y="1392602"/>
        <a:ext cx="1987391" cy="1192434"/>
      </dsp:txXfrm>
    </dsp:sp>
    <dsp:sp modelId="{90BB446A-92A1-A541-928C-84D7763704B9}">
      <dsp:nvSpPr>
        <dsp:cNvPr id="0" name=""/>
        <dsp:cNvSpPr/>
      </dsp:nvSpPr>
      <dsp:spPr>
        <a:xfrm>
          <a:off x="2476809" y="1392602"/>
          <a:ext cx="1987391" cy="1192434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0" i="0" kern="1200" dirty="0"/>
            <a:t>Αριθμός Εργαζομένων: 30</a:t>
          </a:r>
          <a:endParaRPr lang="en-US" sz="2000" kern="1200" dirty="0"/>
        </a:p>
      </dsp:txBody>
      <dsp:txXfrm>
        <a:off x="2476809" y="1392602"/>
        <a:ext cx="1987391" cy="1192434"/>
      </dsp:txXfrm>
    </dsp:sp>
    <dsp:sp modelId="{4AD08762-746B-9844-9DEB-001CC949383B}">
      <dsp:nvSpPr>
        <dsp:cNvPr id="0" name=""/>
        <dsp:cNvSpPr/>
      </dsp:nvSpPr>
      <dsp:spPr>
        <a:xfrm>
          <a:off x="1383744" y="2783776"/>
          <a:ext cx="1987391" cy="1192434"/>
        </a:xfrm>
        <a:prstGeom prst="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2000" b="0" i="0" kern="1200"/>
            <a:t>Ετήσιος Τζίρος: 600.000 δολάρια </a:t>
          </a:r>
          <a:endParaRPr lang="en-US" sz="2000" kern="1200"/>
        </a:p>
      </dsp:txBody>
      <dsp:txXfrm>
        <a:off x="1383744" y="2783776"/>
        <a:ext cx="1987391" cy="11924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583ED2-3BFA-984D-86AF-272C108438C7}">
      <dsp:nvSpPr>
        <dsp:cNvPr id="0" name=""/>
        <dsp:cNvSpPr/>
      </dsp:nvSpPr>
      <dsp:spPr>
        <a:xfrm>
          <a:off x="0" y="1427941"/>
          <a:ext cx="5200358" cy="30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D9827BB-F487-4E42-B53F-4482FA50F1DB}">
      <dsp:nvSpPr>
        <dsp:cNvPr id="0" name=""/>
        <dsp:cNvSpPr/>
      </dsp:nvSpPr>
      <dsp:spPr>
        <a:xfrm>
          <a:off x="316288" y="1055713"/>
          <a:ext cx="3877048" cy="521214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593" tIns="0" rIns="137593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b="0" i="0" u="sng" kern="1200" dirty="0"/>
            <a:t>Κύριοι επιχειρηματικοί στόχοι</a:t>
          </a:r>
          <a:endParaRPr lang="en-US" sz="1200" kern="1200" dirty="0"/>
        </a:p>
      </dsp:txBody>
      <dsp:txXfrm>
        <a:off x="341732" y="1081157"/>
        <a:ext cx="3826160" cy="470326"/>
      </dsp:txXfrm>
    </dsp:sp>
    <dsp:sp modelId="{45B6E840-9048-0F4B-AB0E-BD72DBFFFEB8}">
      <dsp:nvSpPr>
        <dsp:cNvPr id="0" name=""/>
        <dsp:cNvSpPr/>
      </dsp:nvSpPr>
      <dsp:spPr>
        <a:xfrm>
          <a:off x="0" y="1972261"/>
          <a:ext cx="5200358" cy="30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7E9EC2A-8753-2146-BD29-F1741984A7C0}">
      <dsp:nvSpPr>
        <dsp:cNvPr id="0" name=""/>
        <dsp:cNvSpPr/>
      </dsp:nvSpPr>
      <dsp:spPr>
        <a:xfrm>
          <a:off x="471032" y="1738966"/>
          <a:ext cx="3640250" cy="35424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593" tIns="0" rIns="1375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b="0" i="0" kern="1200" dirty="0"/>
            <a:t>1.Αύξηση Πωλήσεω</a:t>
          </a:r>
          <a:r>
            <a:rPr lang="el-GR" sz="1200" kern="1200" dirty="0"/>
            <a:t>ν</a:t>
          </a:r>
          <a:endParaRPr lang="en-US" sz="1200" kern="1200" dirty="0"/>
        </a:p>
      </dsp:txBody>
      <dsp:txXfrm>
        <a:off x="488325" y="1756259"/>
        <a:ext cx="3605664" cy="319654"/>
      </dsp:txXfrm>
    </dsp:sp>
    <dsp:sp modelId="{D31511C3-7F9E-1E41-8F6A-1BE97E1ED1F0}">
      <dsp:nvSpPr>
        <dsp:cNvPr id="0" name=""/>
        <dsp:cNvSpPr/>
      </dsp:nvSpPr>
      <dsp:spPr>
        <a:xfrm>
          <a:off x="0" y="2516581"/>
          <a:ext cx="5200358" cy="30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754F98E-FF62-C546-9611-0A84E220B7F6}">
      <dsp:nvSpPr>
        <dsp:cNvPr id="0" name=""/>
        <dsp:cNvSpPr/>
      </dsp:nvSpPr>
      <dsp:spPr>
        <a:xfrm>
          <a:off x="485099" y="2316223"/>
          <a:ext cx="3640250" cy="35424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593" tIns="0" rIns="1375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b="0" i="0" kern="1200" dirty="0"/>
            <a:t>2.Βελτίωση Εξυπηρέτησης Πελατών </a:t>
          </a:r>
          <a:endParaRPr lang="en-US" sz="1200" kern="1200" dirty="0"/>
        </a:p>
      </dsp:txBody>
      <dsp:txXfrm>
        <a:off x="502392" y="2333516"/>
        <a:ext cx="3605664" cy="319654"/>
      </dsp:txXfrm>
    </dsp:sp>
    <dsp:sp modelId="{2F7E2E63-969A-904D-9A56-7E9EBDA3D68B}">
      <dsp:nvSpPr>
        <dsp:cNvPr id="0" name=""/>
        <dsp:cNvSpPr/>
      </dsp:nvSpPr>
      <dsp:spPr>
        <a:xfrm>
          <a:off x="0" y="3060901"/>
          <a:ext cx="5200358" cy="3023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A56F8C2-3DEC-BF47-98B7-91FBD30B3F17}">
      <dsp:nvSpPr>
        <dsp:cNvPr id="0" name=""/>
        <dsp:cNvSpPr/>
      </dsp:nvSpPr>
      <dsp:spPr>
        <a:xfrm>
          <a:off x="456965" y="2847585"/>
          <a:ext cx="3640250" cy="354240"/>
        </a:xfrm>
        <a:prstGeom prst="roundRect">
          <a:avLst/>
        </a:prstGeom>
        <a:blipFill rotWithShape="1">
          <a:blip xmlns:r="http://schemas.openxmlformats.org/officeDocument/2006/relationships" r:embed="rId1">
            <a:duotone>
              <a:schemeClr val="accent1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1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>
          <a:noFill/>
        </a:ln>
        <a:effectLst>
          <a:outerShdw blurRad="50800" dist="19050" dir="5400000" algn="tl" rotWithShape="0">
            <a:srgbClr val="000000">
              <a:alpha val="60000"/>
            </a:srgbClr>
          </a:outerShdw>
          <a:softEdge rad="12700"/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37593" tIns="0" rIns="13759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200" b="0" i="0" kern="1200" dirty="0"/>
            <a:t>3.Ενίσχυση αποτελεσματικότητας λειτουργειών </a:t>
          </a:r>
          <a:endParaRPr lang="en-US" sz="1200" kern="1200" dirty="0"/>
        </a:p>
      </dsp:txBody>
      <dsp:txXfrm>
        <a:off x="474258" y="2864878"/>
        <a:ext cx="3605664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82C2A4-42CB-D744-8A90-DEC049E27B7D}">
      <dsp:nvSpPr>
        <dsp:cNvPr id="0" name=""/>
        <dsp:cNvSpPr/>
      </dsp:nvSpPr>
      <dsp:spPr>
        <a:xfrm>
          <a:off x="0" y="861407"/>
          <a:ext cx="2701230" cy="1715281"/>
        </a:xfrm>
        <a:prstGeom prst="roundRect">
          <a:avLst>
            <a:gd name="adj" fmla="val 10000"/>
          </a:avLst>
        </a:prstGeom>
        <a:solidFill>
          <a:srgbClr val="002060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61DDCE-C4D7-3046-A511-270FB126E41F}">
      <dsp:nvSpPr>
        <dsp:cNvPr id="0" name=""/>
        <dsp:cNvSpPr/>
      </dsp:nvSpPr>
      <dsp:spPr>
        <a:xfrm>
          <a:off x="300136" y="1146537"/>
          <a:ext cx="2701230" cy="171528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4400" b="0" i="0" kern="1200" dirty="0"/>
            <a:t>Συνολικές Πωλήσεις</a:t>
          </a:r>
          <a:endParaRPr lang="en-US" sz="4400" kern="1200" dirty="0"/>
        </a:p>
      </dsp:txBody>
      <dsp:txXfrm>
        <a:off x="350375" y="1196776"/>
        <a:ext cx="2600752" cy="1614803"/>
      </dsp:txXfrm>
    </dsp:sp>
    <dsp:sp modelId="{DC3DD2DD-3EC4-3044-964E-E16AF8906430}">
      <dsp:nvSpPr>
        <dsp:cNvPr id="0" name=""/>
        <dsp:cNvSpPr/>
      </dsp:nvSpPr>
      <dsp:spPr>
        <a:xfrm>
          <a:off x="3301503" y="861407"/>
          <a:ext cx="2701230" cy="1715281"/>
        </a:xfrm>
        <a:prstGeom prst="roundRect">
          <a:avLst>
            <a:gd name="adj" fmla="val 10000"/>
          </a:avLst>
        </a:prstGeom>
        <a:solidFill>
          <a:srgbClr val="002060"/>
        </a:solidFill>
        <a:ln w="15875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BD433D-DCD1-2149-95D4-0B11E4EB6CBD}">
      <dsp:nvSpPr>
        <dsp:cNvPr id="0" name=""/>
        <dsp:cNvSpPr/>
      </dsp:nvSpPr>
      <dsp:spPr>
        <a:xfrm>
          <a:off x="3601640" y="1146537"/>
          <a:ext cx="2701230" cy="171528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4400" b="0" i="0" kern="1200"/>
            <a:t>Συνολικό Κέρδος</a:t>
          </a:r>
          <a:endParaRPr lang="en-US" sz="4400" kern="1200"/>
        </a:p>
      </dsp:txBody>
      <dsp:txXfrm>
        <a:off x="3651879" y="1196776"/>
        <a:ext cx="2600752" cy="1614803"/>
      </dsp:txXfrm>
    </dsp:sp>
    <dsp:sp modelId="{8BC504A3-76B4-A94E-A585-2733F8469E82}">
      <dsp:nvSpPr>
        <dsp:cNvPr id="0" name=""/>
        <dsp:cNvSpPr/>
      </dsp:nvSpPr>
      <dsp:spPr>
        <a:xfrm>
          <a:off x="6603007" y="861407"/>
          <a:ext cx="2701230" cy="1715281"/>
        </a:xfrm>
        <a:prstGeom prst="roundRect">
          <a:avLst>
            <a:gd name="adj" fmla="val 10000"/>
          </a:avLst>
        </a:prstGeom>
        <a:solidFill>
          <a:srgbClr val="002060"/>
        </a:solidFill>
        <a:ln w="15875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B6CB2C-925B-504C-8AAA-ECCE583F7049}">
      <dsp:nvSpPr>
        <dsp:cNvPr id="0" name=""/>
        <dsp:cNvSpPr/>
      </dsp:nvSpPr>
      <dsp:spPr>
        <a:xfrm>
          <a:off x="6903144" y="1146537"/>
          <a:ext cx="2701230" cy="171528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4400" b="0" i="0" kern="1200"/>
            <a:t>Μέση Έκπτωση</a:t>
          </a:r>
          <a:endParaRPr lang="en-US" sz="4400" kern="1200"/>
        </a:p>
      </dsp:txBody>
      <dsp:txXfrm>
        <a:off x="6953383" y="1196776"/>
        <a:ext cx="2600752" cy="161480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8C742B-4A24-0B4C-9834-F3039685B555}">
      <dsp:nvSpPr>
        <dsp:cNvPr id="0" name=""/>
        <dsp:cNvSpPr/>
      </dsp:nvSpPr>
      <dsp:spPr>
        <a:xfrm>
          <a:off x="0" y="132556"/>
          <a:ext cx="5141912" cy="5141912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68BA00-1CC2-544F-9C81-1235D08E81FB}">
      <dsp:nvSpPr>
        <dsp:cNvPr id="0" name=""/>
        <dsp:cNvSpPr/>
      </dsp:nvSpPr>
      <dsp:spPr>
        <a:xfrm>
          <a:off x="488481" y="621038"/>
          <a:ext cx="2005345" cy="200534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700" b="0" i="0" kern="1200"/>
            <a:t>Μοντελοποίηση μέσω Weka</a:t>
          </a:r>
          <a:endParaRPr lang="en-US" sz="1700" kern="1200"/>
        </a:p>
      </dsp:txBody>
      <dsp:txXfrm>
        <a:off x="586374" y="718931"/>
        <a:ext cx="1809559" cy="1809559"/>
      </dsp:txXfrm>
    </dsp:sp>
    <dsp:sp modelId="{42F1C72C-2FC9-5545-938F-31252FE6BF50}">
      <dsp:nvSpPr>
        <dsp:cNvPr id="0" name=""/>
        <dsp:cNvSpPr/>
      </dsp:nvSpPr>
      <dsp:spPr>
        <a:xfrm>
          <a:off x="2648084" y="621038"/>
          <a:ext cx="2005345" cy="2005345"/>
        </a:xfrm>
        <a:prstGeom prst="roundRect">
          <a:avLst/>
        </a:prstGeom>
        <a:solidFill>
          <a:schemeClr val="accent5">
            <a:lumMod val="50000"/>
          </a:schemeClr>
        </a:solidFill>
        <a:ln w="127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700" b="0" i="0" kern="1200" dirty="0"/>
            <a:t>Χρησιμοποιημένα μοντέλα</a:t>
          </a:r>
          <a:endParaRPr lang="en-US" sz="1700" kern="1200" dirty="0"/>
        </a:p>
      </dsp:txBody>
      <dsp:txXfrm>
        <a:off x="2745977" y="718931"/>
        <a:ext cx="1809559" cy="1809559"/>
      </dsp:txXfrm>
    </dsp:sp>
    <dsp:sp modelId="{A0734E99-820E-624F-8873-90FCEC3984A2}">
      <dsp:nvSpPr>
        <dsp:cNvPr id="0" name=""/>
        <dsp:cNvSpPr/>
      </dsp:nvSpPr>
      <dsp:spPr>
        <a:xfrm>
          <a:off x="488481" y="2780641"/>
          <a:ext cx="2005345" cy="2005345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rgbClr val="002060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700" b="0" i="0" kern="1200"/>
            <a:t>Εύρεση Συσχετίσεων</a:t>
          </a:r>
          <a:endParaRPr lang="en-US" sz="1700" kern="1200"/>
        </a:p>
      </dsp:txBody>
      <dsp:txXfrm>
        <a:off x="586374" y="2878534"/>
        <a:ext cx="1809559" cy="1809559"/>
      </dsp:txXfrm>
    </dsp:sp>
    <dsp:sp modelId="{90034828-36AD-3545-8E39-E330A10D971F}">
      <dsp:nvSpPr>
        <dsp:cNvPr id="0" name=""/>
        <dsp:cNvSpPr/>
      </dsp:nvSpPr>
      <dsp:spPr>
        <a:xfrm>
          <a:off x="2648084" y="2780641"/>
          <a:ext cx="2005345" cy="2005345"/>
        </a:xfrm>
        <a:prstGeom prst="roundRect">
          <a:avLst/>
        </a:prstGeom>
        <a:solidFill>
          <a:schemeClr val="accent6">
            <a:lumMod val="75000"/>
          </a:schemeClr>
        </a:solidFill>
        <a:ln w="12700" cap="flat" cmpd="sng" algn="ctr">
          <a:solidFill>
            <a:schemeClr val="bg2">
              <a:lumMod val="9000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700" b="0" i="0" kern="1200"/>
            <a:t>Κύριες συσχετίσεις μεταξύ μεταβλητών</a:t>
          </a:r>
          <a:endParaRPr lang="en-US" sz="1700" kern="1200"/>
        </a:p>
      </dsp:txBody>
      <dsp:txXfrm>
        <a:off x="2745977" y="2878534"/>
        <a:ext cx="1809559" cy="18095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B63763-6F89-4A4C-AB73-9950216EA60B}">
      <dsp:nvSpPr>
        <dsp:cNvPr id="0" name=""/>
        <dsp:cNvSpPr/>
      </dsp:nvSpPr>
      <dsp:spPr>
        <a:xfrm>
          <a:off x="367" y="0"/>
          <a:ext cx="1486862" cy="1767141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2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2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869" tIns="0" rIns="1468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100" b="0" i="0" kern="1200"/>
            <a:t>Profit or Loss</a:t>
          </a:r>
        </a:p>
      </dsp:txBody>
      <dsp:txXfrm>
        <a:off x="367" y="706856"/>
        <a:ext cx="1486862" cy="1060284"/>
      </dsp:txXfrm>
    </dsp:sp>
    <dsp:sp modelId="{441F1261-C593-1043-ACC4-6F61AFF2B931}">
      <dsp:nvSpPr>
        <dsp:cNvPr id="0" name=""/>
        <dsp:cNvSpPr/>
      </dsp:nvSpPr>
      <dsp:spPr>
        <a:xfrm>
          <a:off x="367" y="0"/>
          <a:ext cx="1486862" cy="706856"/>
        </a:xfrm>
        <a:prstGeom prst="rect">
          <a:avLst/>
        </a:prstGeom>
        <a:noFill/>
        <a:ln w="6350" cap="flat" cmpd="sng" algn="ctr">
          <a:noFill/>
          <a:prstDash val="solid"/>
        </a:ln>
        <a:effectLst>
          <a:softEdge rad="12700"/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869" tIns="165100" rIns="146869" bIns="1651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01</a:t>
          </a:r>
        </a:p>
      </dsp:txBody>
      <dsp:txXfrm>
        <a:off x="367" y="0"/>
        <a:ext cx="1486862" cy="706856"/>
      </dsp:txXfrm>
    </dsp:sp>
    <dsp:sp modelId="{EF0C2000-B8B7-1540-B4DD-DAD7D2E23281}">
      <dsp:nvSpPr>
        <dsp:cNvPr id="0" name=""/>
        <dsp:cNvSpPr/>
      </dsp:nvSpPr>
      <dsp:spPr>
        <a:xfrm>
          <a:off x="1606179" y="0"/>
          <a:ext cx="1486862" cy="1767141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3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3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869" tIns="0" rIns="1468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100" b="0" i="0" kern="1200"/>
            <a:t>Περιγραφικά στατιστικά κέρδους και ζημιών</a:t>
          </a:r>
          <a:endParaRPr lang="en-US" sz="1100" kern="1200"/>
        </a:p>
      </dsp:txBody>
      <dsp:txXfrm>
        <a:off x="1606179" y="706856"/>
        <a:ext cx="1486862" cy="1060284"/>
      </dsp:txXfrm>
    </dsp:sp>
    <dsp:sp modelId="{23FAE35B-39B8-D84E-BC3B-F61229252B47}">
      <dsp:nvSpPr>
        <dsp:cNvPr id="0" name=""/>
        <dsp:cNvSpPr/>
      </dsp:nvSpPr>
      <dsp:spPr>
        <a:xfrm>
          <a:off x="1606179" y="0"/>
          <a:ext cx="1486862" cy="706856"/>
        </a:xfrm>
        <a:prstGeom prst="rect">
          <a:avLst/>
        </a:prstGeom>
        <a:noFill/>
        <a:ln w="6350" cap="flat" cmpd="sng" algn="ctr">
          <a:noFill/>
          <a:prstDash val="solid"/>
        </a:ln>
        <a:effectLst>
          <a:softEdge rad="12700"/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869" tIns="165100" rIns="146869" bIns="1651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02</a:t>
          </a:r>
        </a:p>
      </dsp:txBody>
      <dsp:txXfrm>
        <a:off x="1606179" y="0"/>
        <a:ext cx="1486862" cy="706856"/>
      </dsp:txXfrm>
    </dsp:sp>
    <dsp:sp modelId="{28A1C294-BB8F-CC4B-B8D5-FA4EFFDF5261}">
      <dsp:nvSpPr>
        <dsp:cNvPr id="0" name=""/>
        <dsp:cNvSpPr/>
      </dsp:nvSpPr>
      <dsp:spPr>
        <a:xfrm>
          <a:off x="3211990" y="0"/>
          <a:ext cx="1486862" cy="1767141"/>
        </a:xfrm>
        <a:prstGeom prst="rect">
          <a:avLst/>
        </a:prstGeom>
        <a:blipFill rotWithShape="1">
          <a:blip xmlns:r="http://schemas.openxmlformats.org/officeDocument/2006/relationships" r:embed="rId1">
            <a:duotone>
              <a:schemeClr val="accent4">
                <a:hueOff val="0"/>
                <a:satOff val="0"/>
                <a:lumOff val="0"/>
                <a:alphaOff val="0"/>
                <a:shade val="36000"/>
                <a:satMod val="120000"/>
              </a:schemeClr>
              <a:schemeClr val="accent4">
                <a:hueOff val="0"/>
                <a:satOff val="0"/>
                <a:lumOff val="0"/>
                <a:alphaOff val="0"/>
                <a:tint val="40000"/>
              </a:schemeClr>
            </a:duotone>
          </a:blip>
          <a:tile tx="0" ty="0" sx="60000" sy="59000" flip="none" algn="tl"/>
        </a:blip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softEdge rad="12700"/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869" tIns="0" rIns="146869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100" b="0" i="0" kern="1200"/>
            <a:t>Discounts</a:t>
          </a:r>
          <a:r>
            <a:rPr lang="el-GR" sz="1100" kern="1200"/>
            <a:t> (</a:t>
          </a:r>
          <a:r>
            <a:rPr lang="el-GR" sz="1100" b="0" i="0" kern="1200"/>
            <a:t>Ελάχιστο, Μέγιστο, Μέσος Όρος Εκπτώσεων)</a:t>
          </a:r>
          <a:endParaRPr lang="en-US" sz="1100" kern="1200"/>
        </a:p>
      </dsp:txBody>
      <dsp:txXfrm>
        <a:off x="3211990" y="706856"/>
        <a:ext cx="1486862" cy="1060284"/>
      </dsp:txXfrm>
    </dsp:sp>
    <dsp:sp modelId="{857834F7-2184-334B-805E-11F50F25A907}">
      <dsp:nvSpPr>
        <dsp:cNvPr id="0" name=""/>
        <dsp:cNvSpPr/>
      </dsp:nvSpPr>
      <dsp:spPr>
        <a:xfrm>
          <a:off x="3211990" y="0"/>
          <a:ext cx="1486862" cy="706856"/>
        </a:xfrm>
        <a:prstGeom prst="rect">
          <a:avLst/>
        </a:prstGeom>
        <a:noFill/>
        <a:ln w="6350" cap="flat" cmpd="sng" algn="ctr">
          <a:noFill/>
          <a:prstDash val="solid"/>
        </a:ln>
        <a:effectLst>
          <a:softEdge rad="12700"/>
        </a:effectLst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46869" tIns="165100" rIns="146869" bIns="16510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03</a:t>
          </a:r>
        </a:p>
      </dsp:txBody>
      <dsp:txXfrm>
        <a:off x="3211990" y="0"/>
        <a:ext cx="1486862" cy="70685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8DE28B-F54D-844E-A839-69F22CE15988}">
      <dsp:nvSpPr>
        <dsp:cNvPr id="0" name=""/>
        <dsp:cNvSpPr/>
      </dsp:nvSpPr>
      <dsp:spPr>
        <a:xfrm>
          <a:off x="0" y="1655689"/>
          <a:ext cx="3677263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E9D184-8708-5C42-AFC0-5F24E7E1A9E0}">
      <dsp:nvSpPr>
        <dsp:cNvPr id="0" name=""/>
        <dsp:cNvSpPr/>
      </dsp:nvSpPr>
      <dsp:spPr>
        <a:xfrm>
          <a:off x="183863" y="1449049"/>
          <a:ext cx="2574084" cy="413279"/>
        </a:xfrm>
        <a:prstGeom prst="roundRect">
          <a:avLst/>
        </a:prstGeom>
        <a:solidFill>
          <a:srgbClr val="0064A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294" tIns="0" rIns="9729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0" i="0" kern="1200" dirty="0"/>
            <a:t>Χρονική ανάλυση αποστολών</a:t>
          </a:r>
          <a:endParaRPr lang="en-US" sz="1400" kern="1200" dirty="0"/>
        </a:p>
      </dsp:txBody>
      <dsp:txXfrm>
        <a:off x="204038" y="1469224"/>
        <a:ext cx="2533734" cy="372929"/>
      </dsp:txXfrm>
    </dsp:sp>
    <dsp:sp modelId="{73933F2E-53ED-3B44-A0C3-138A9BC6AE39}">
      <dsp:nvSpPr>
        <dsp:cNvPr id="0" name=""/>
        <dsp:cNvSpPr/>
      </dsp:nvSpPr>
      <dsp:spPr>
        <a:xfrm>
          <a:off x="0" y="2290729"/>
          <a:ext cx="3677263" cy="352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0423036"/>
              <a:satOff val="-23986"/>
              <a:lumOff val="921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FFC2FE-DA42-D445-8668-9E5674E388A3}">
      <dsp:nvSpPr>
        <dsp:cNvPr id="0" name=""/>
        <dsp:cNvSpPr/>
      </dsp:nvSpPr>
      <dsp:spPr>
        <a:xfrm>
          <a:off x="183863" y="2084089"/>
          <a:ext cx="2574084" cy="413279"/>
        </a:xfrm>
        <a:prstGeom prst="roundRect">
          <a:avLst/>
        </a:prstGeom>
        <a:solidFill>
          <a:srgbClr val="94DDC6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7294" tIns="0" rIns="97294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400" b="0" i="0" kern="1200" dirty="0"/>
            <a:t>Μέσος χρόνος αποστολής</a:t>
          </a:r>
          <a:endParaRPr lang="en-US" sz="1400" kern="1200" dirty="0"/>
        </a:p>
      </dsp:txBody>
      <dsp:txXfrm>
        <a:off x="204038" y="2104264"/>
        <a:ext cx="2533734" cy="372929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4020D1-EAA8-B049-A5C5-21EF98000984}">
      <dsp:nvSpPr>
        <dsp:cNvPr id="0" name=""/>
        <dsp:cNvSpPr/>
      </dsp:nvSpPr>
      <dsp:spPr>
        <a:xfrm>
          <a:off x="0" y="0"/>
          <a:ext cx="23231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9AE1D9EC-856E-2840-995B-8700864CB0B2}">
      <dsp:nvSpPr>
        <dsp:cNvPr id="0" name=""/>
        <dsp:cNvSpPr/>
      </dsp:nvSpPr>
      <dsp:spPr>
        <a:xfrm>
          <a:off x="0" y="0"/>
          <a:ext cx="2323167" cy="946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/>
            <a:t>Ομάδες Πελατών (ανά ετήσιο εισόδημα)</a:t>
          </a:r>
          <a:endParaRPr lang="en-US" sz="1500" kern="1200" dirty="0"/>
        </a:p>
      </dsp:txBody>
      <dsp:txXfrm>
        <a:off x="0" y="0"/>
        <a:ext cx="2323167" cy="946254"/>
      </dsp:txXfrm>
    </dsp:sp>
    <dsp:sp modelId="{EBE93C54-5A3E-F548-9A85-BB63C55A0DD0}">
      <dsp:nvSpPr>
        <dsp:cNvPr id="0" name=""/>
        <dsp:cNvSpPr/>
      </dsp:nvSpPr>
      <dsp:spPr>
        <a:xfrm>
          <a:off x="0" y="946253"/>
          <a:ext cx="23231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554E3F5-1BDB-104E-8869-6F451DF4C2DB}">
      <dsp:nvSpPr>
        <dsp:cNvPr id="0" name=""/>
        <dsp:cNvSpPr/>
      </dsp:nvSpPr>
      <dsp:spPr>
        <a:xfrm>
          <a:off x="0" y="946254"/>
          <a:ext cx="2323167" cy="946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 dirty="0"/>
            <a:t>Μορφοποίηση ομάδων πελατών</a:t>
          </a:r>
          <a:endParaRPr lang="en-US" sz="1500" kern="1200" dirty="0"/>
        </a:p>
      </dsp:txBody>
      <dsp:txXfrm>
        <a:off x="0" y="946254"/>
        <a:ext cx="2323167" cy="946254"/>
      </dsp:txXfrm>
    </dsp:sp>
    <dsp:sp modelId="{70129394-6325-014B-B1E7-D4FFEDFC0D61}">
      <dsp:nvSpPr>
        <dsp:cNvPr id="0" name=""/>
        <dsp:cNvSpPr/>
      </dsp:nvSpPr>
      <dsp:spPr>
        <a:xfrm>
          <a:off x="0" y="1892507"/>
          <a:ext cx="23231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F85AEC8-3F4A-F644-AA37-FBFFDC0F54E6}">
      <dsp:nvSpPr>
        <dsp:cNvPr id="0" name=""/>
        <dsp:cNvSpPr/>
      </dsp:nvSpPr>
      <dsp:spPr>
        <a:xfrm>
          <a:off x="0" y="1892508"/>
          <a:ext cx="2323167" cy="946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/>
            <a:t>Συμπεριφορά Αγοράς</a:t>
          </a:r>
          <a:endParaRPr lang="en-US" sz="1500" kern="1200"/>
        </a:p>
      </dsp:txBody>
      <dsp:txXfrm>
        <a:off x="0" y="1892508"/>
        <a:ext cx="2323167" cy="946254"/>
      </dsp:txXfrm>
    </dsp:sp>
    <dsp:sp modelId="{08265BCB-54F9-0B40-9D2C-D6ADBA6F1EE0}">
      <dsp:nvSpPr>
        <dsp:cNvPr id="0" name=""/>
        <dsp:cNvSpPr/>
      </dsp:nvSpPr>
      <dsp:spPr>
        <a:xfrm>
          <a:off x="0" y="2838762"/>
          <a:ext cx="2323167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1C59CE40-66C6-0D43-B7B5-59FA832EEF94}">
      <dsp:nvSpPr>
        <dsp:cNvPr id="0" name=""/>
        <dsp:cNvSpPr/>
      </dsp:nvSpPr>
      <dsp:spPr>
        <a:xfrm>
          <a:off x="0" y="2838762"/>
          <a:ext cx="2323167" cy="94625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7150" tIns="57150" rIns="57150" bIns="5715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500" b="0" i="0" kern="1200"/>
            <a:t>Ανάλυση συμπεριφοράς αγορών (</a:t>
          </a:r>
          <a:r>
            <a:rPr lang="en-US" sz="1500" b="0" i="0" kern="1200"/>
            <a:t>Discount Shopper</a:t>
          </a:r>
          <a:r>
            <a:rPr lang="el-GR" sz="1500" b="0" i="0" kern="1200"/>
            <a:t>, </a:t>
          </a:r>
          <a:r>
            <a:rPr lang="en-US" sz="1500" b="0" i="0" kern="1200"/>
            <a:t>Regular Shopper</a:t>
          </a:r>
          <a:r>
            <a:rPr lang="el-GR" sz="1500" b="0" i="0" kern="1200"/>
            <a:t>)</a:t>
          </a:r>
          <a:endParaRPr lang="en-US" sz="1500" kern="1200"/>
        </a:p>
      </dsp:txBody>
      <dsp:txXfrm>
        <a:off x="0" y="2838762"/>
        <a:ext cx="2323167" cy="94625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270988-5678-544B-8975-469D44EC3088}">
      <dsp:nvSpPr>
        <dsp:cNvPr id="0" name=""/>
        <dsp:cNvSpPr/>
      </dsp:nvSpPr>
      <dsp:spPr>
        <a:xfrm>
          <a:off x="2946" y="172467"/>
          <a:ext cx="2337792" cy="3272909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Εστίαση στ</a:t>
          </a:r>
          <a:r>
            <a:rPr lang="el-GR" sz="1600" kern="1200"/>
            <a:t>ην </a:t>
          </a:r>
          <a:r>
            <a:rPr lang="en-US" sz="1600" kern="1200"/>
            <a:t>Δυτική και Ανατολική περιοχή, κυρίως Καλιφόρνια, Ουάσιγκτον και Νέα Υόρκη</a:t>
          </a:r>
          <a:r>
            <a:rPr lang="el-GR" sz="1600" kern="1200"/>
            <a:t>.</a:t>
          </a:r>
          <a:endParaRPr lang="en-US" sz="1600" kern="1200"/>
        </a:p>
      </dsp:txBody>
      <dsp:txXfrm>
        <a:off x="2946" y="1416173"/>
        <a:ext cx="2337792" cy="1963745"/>
      </dsp:txXfrm>
    </dsp:sp>
    <dsp:sp modelId="{F9889E28-9540-9E48-A2E1-E1B29639E4E3}">
      <dsp:nvSpPr>
        <dsp:cNvPr id="0" name=""/>
        <dsp:cNvSpPr/>
      </dsp:nvSpPr>
      <dsp:spPr>
        <a:xfrm>
          <a:off x="680906" y="499758"/>
          <a:ext cx="981872" cy="98187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24698" y="643550"/>
        <a:ext cx="694288" cy="694288"/>
      </dsp:txXfrm>
    </dsp:sp>
    <dsp:sp modelId="{160BCFC2-F639-DD4C-8963-16F736538D2F}">
      <dsp:nvSpPr>
        <dsp:cNvPr id="0" name=""/>
        <dsp:cNvSpPr/>
      </dsp:nvSpPr>
      <dsp:spPr>
        <a:xfrm>
          <a:off x="2946" y="3445305"/>
          <a:ext cx="2337792" cy="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B06E4E-394F-3D40-BF14-B84458994F6A}">
      <dsp:nvSpPr>
        <dsp:cNvPr id="0" name=""/>
        <dsp:cNvSpPr/>
      </dsp:nvSpPr>
      <dsp:spPr>
        <a:xfrm>
          <a:off x="2574518" y="172467"/>
          <a:ext cx="2337792" cy="3272909"/>
        </a:xfrm>
        <a:prstGeom prst="rect">
          <a:avLst/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Προώθηση προϊόντων τεχνολογίας, ιδιαίτερα τηλεφώνων</a:t>
          </a:r>
          <a:r>
            <a:rPr lang="el-GR" sz="1600" kern="1200"/>
            <a:t>.</a:t>
          </a:r>
          <a:endParaRPr lang="en-US" sz="1600" kern="1200"/>
        </a:p>
      </dsp:txBody>
      <dsp:txXfrm>
        <a:off x="2574518" y="1416173"/>
        <a:ext cx="2337792" cy="1963745"/>
      </dsp:txXfrm>
    </dsp:sp>
    <dsp:sp modelId="{F78C5E9B-0A0C-514D-963E-CD77AE94BC43}">
      <dsp:nvSpPr>
        <dsp:cNvPr id="0" name=""/>
        <dsp:cNvSpPr/>
      </dsp:nvSpPr>
      <dsp:spPr>
        <a:xfrm>
          <a:off x="3252477" y="499758"/>
          <a:ext cx="981872" cy="98187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396269" y="643550"/>
        <a:ext cx="694288" cy="694288"/>
      </dsp:txXfrm>
    </dsp:sp>
    <dsp:sp modelId="{8FC96E12-B90F-6F46-A47C-D39C0B8D5AEE}">
      <dsp:nvSpPr>
        <dsp:cNvPr id="0" name=""/>
        <dsp:cNvSpPr/>
      </dsp:nvSpPr>
      <dsp:spPr>
        <a:xfrm>
          <a:off x="2574518" y="3445305"/>
          <a:ext cx="2337792" cy="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A30629-4CCC-1245-9041-8B5C584CD775}">
      <dsp:nvSpPr>
        <dsp:cNvPr id="0" name=""/>
        <dsp:cNvSpPr/>
      </dsp:nvSpPr>
      <dsp:spPr>
        <a:xfrm>
          <a:off x="5146089" y="172467"/>
          <a:ext cx="2337792" cy="3272909"/>
        </a:xfrm>
        <a:prstGeom prst="rect">
          <a:avLst/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Αναθεώρηση στρατηγικής για την κατηγορία έπιπλα</a:t>
          </a:r>
          <a:r>
            <a:rPr lang="el-GR" sz="1600" kern="1200"/>
            <a:t>.</a:t>
          </a:r>
          <a:endParaRPr lang="en-US" sz="1600" kern="1200"/>
        </a:p>
      </dsp:txBody>
      <dsp:txXfrm>
        <a:off x="5146089" y="1416173"/>
        <a:ext cx="2337792" cy="1963745"/>
      </dsp:txXfrm>
    </dsp:sp>
    <dsp:sp modelId="{0C39DC6C-48BF-0542-AEA6-88D80E903680}">
      <dsp:nvSpPr>
        <dsp:cNvPr id="0" name=""/>
        <dsp:cNvSpPr/>
      </dsp:nvSpPr>
      <dsp:spPr>
        <a:xfrm>
          <a:off x="5824049" y="499758"/>
          <a:ext cx="981872" cy="981872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5967841" y="643550"/>
        <a:ext cx="694288" cy="694288"/>
      </dsp:txXfrm>
    </dsp:sp>
    <dsp:sp modelId="{2E9EDC33-BAC8-4348-8105-56673B5CFA08}">
      <dsp:nvSpPr>
        <dsp:cNvPr id="0" name=""/>
        <dsp:cNvSpPr/>
      </dsp:nvSpPr>
      <dsp:spPr>
        <a:xfrm>
          <a:off x="5146089" y="3445305"/>
          <a:ext cx="2337792" cy="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2C9704D-70A0-5C48-ACB2-B0AC097F1A86}">
      <dsp:nvSpPr>
        <dsp:cNvPr id="0" name=""/>
        <dsp:cNvSpPr/>
      </dsp:nvSpPr>
      <dsp:spPr>
        <a:xfrm>
          <a:off x="7717661" y="172467"/>
          <a:ext cx="2337792" cy="327290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2263" tIns="330200" rIns="182263" bIns="33020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Δημιουργία προσαρμοσμένων καμπανιών μάρκετινγκ για το τμήμα </a:t>
          </a:r>
          <a:r>
            <a:rPr lang="el-GR" sz="1600" kern="1200"/>
            <a:t>κ</a:t>
          </a:r>
          <a:r>
            <a:rPr lang="en-US" sz="1600" kern="1200"/>
            <a:t>αταναλωτών</a:t>
          </a:r>
          <a:r>
            <a:rPr lang="el-GR" sz="1600" kern="1200"/>
            <a:t>.</a:t>
          </a:r>
          <a:endParaRPr lang="en-US" sz="1600" kern="1200"/>
        </a:p>
      </dsp:txBody>
      <dsp:txXfrm>
        <a:off x="7717661" y="1416173"/>
        <a:ext cx="2337792" cy="1963745"/>
      </dsp:txXfrm>
    </dsp:sp>
    <dsp:sp modelId="{6A135BBD-3DB5-E841-8203-C53226E6CB39}">
      <dsp:nvSpPr>
        <dsp:cNvPr id="0" name=""/>
        <dsp:cNvSpPr/>
      </dsp:nvSpPr>
      <dsp:spPr>
        <a:xfrm>
          <a:off x="8395620" y="499758"/>
          <a:ext cx="981872" cy="98187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551" tIns="12700" rIns="76551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4</a:t>
          </a:r>
        </a:p>
      </dsp:txBody>
      <dsp:txXfrm>
        <a:off x="8539412" y="643550"/>
        <a:ext cx="694288" cy="694288"/>
      </dsp:txXfrm>
    </dsp:sp>
    <dsp:sp modelId="{CE1BADB7-2DB9-2C40-907D-D6EDC1DEE400}">
      <dsp:nvSpPr>
        <dsp:cNvPr id="0" name=""/>
        <dsp:cNvSpPr/>
      </dsp:nvSpPr>
      <dsp:spPr>
        <a:xfrm>
          <a:off x="7717661" y="3445305"/>
          <a:ext cx="2337792" cy="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5F816F-7456-DC46-AEF2-2DD8351B0962}">
      <dsp:nvSpPr>
        <dsp:cNvPr id="0" name=""/>
        <dsp:cNvSpPr/>
      </dsp:nvSpPr>
      <dsp:spPr>
        <a:xfrm>
          <a:off x="1645411" y="66"/>
          <a:ext cx="1851088" cy="263750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b="0" i="0" kern="1200"/>
            <a:t>Κύρια ευρήματα ανάλυσης</a:t>
          </a:r>
          <a:endParaRPr lang="en-US" sz="1800" kern="1200"/>
        </a:p>
      </dsp:txBody>
      <dsp:txXfrm>
        <a:off x="1735774" y="90429"/>
        <a:ext cx="1670362" cy="2456782"/>
      </dsp:txXfrm>
    </dsp:sp>
    <dsp:sp modelId="{10E84D3B-8A72-5A4F-9C0B-07B02EBE794F}">
      <dsp:nvSpPr>
        <dsp:cNvPr id="0" name=""/>
        <dsp:cNvSpPr/>
      </dsp:nvSpPr>
      <dsp:spPr>
        <a:xfrm>
          <a:off x="1645411" y="2769450"/>
          <a:ext cx="1851088" cy="2637508"/>
        </a:xfrm>
        <a:prstGeom prst="roundRect">
          <a:avLst/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34290" rIns="68580" bIns="3429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l-GR" sz="1800" b="0" i="0" kern="1200" dirty="0"/>
            <a:t>Επιπτώσεις στα επιχειρηματικά σχέδια</a:t>
          </a:r>
          <a:endParaRPr lang="en-US" sz="1800" kern="1200" dirty="0"/>
        </a:p>
      </dsp:txBody>
      <dsp:txXfrm>
        <a:off x="1735774" y="2859813"/>
        <a:ext cx="1670362" cy="245678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4961038-E69E-4522-97BB-EB99858856DE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4" name="Θέση υποσέλιδου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κεφαλίδας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Θέση ημερομηνίας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4" name="Θέση εικόνας διαφάνειας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Θέση σημειώσεων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l"/>
              <a:t>Κάντε κλικ για επεξεργασία των στυλ κειμένου του υποδείγματος</a:t>
            </a:r>
            <a:endParaRPr lang="en-US"/>
          </a:p>
          <a:p>
            <a:pPr lvl="1" rtl="0"/>
            <a:r>
              <a:rPr lang="el"/>
              <a:t>Δεύτερου επιπέδου</a:t>
            </a:r>
          </a:p>
          <a:p>
            <a:pPr lvl="2" rtl="0"/>
            <a:r>
              <a:rPr lang="el"/>
              <a:t>Τρίτου επιπέδου</a:t>
            </a:r>
          </a:p>
          <a:p>
            <a:pPr lvl="3" rtl="0"/>
            <a:r>
              <a:rPr lang="el"/>
              <a:t>Τέταρτου επιπέδου</a:t>
            </a:r>
          </a:p>
          <a:p>
            <a:pPr lvl="4" rtl="0"/>
            <a:r>
              <a:rPr lang="el"/>
              <a:t>Πέμπτου επιπέδου</a:t>
            </a:r>
            <a:endParaRPr lang="en-US"/>
          </a:p>
        </p:txBody>
      </p:sp>
      <p:sp>
        <p:nvSpPr>
          <p:cNvPr id="6" name="Θέση υποσέλιδου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Θέση αριθμού διαφάνειας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046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00" dirty="0">
                <a:effectLst/>
                <a:latin typeface="Arial" panose="020B0604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l-G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7303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l-GR" b="0" i="0" dirty="0" err="1">
                <a:effectLst/>
                <a:latin typeface="__fkGroteskNeue_598ab8"/>
              </a:rPr>
              <a:t>Μοντελοποίηση</a:t>
            </a:r>
            <a:r>
              <a:rPr lang="el-GR" b="0" i="0" dirty="0">
                <a:effectLst/>
                <a:latin typeface="__fkGroteskNeue_598ab8"/>
              </a:rPr>
              <a:t> μέσω </a:t>
            </a:r>
            <a:r>
              <a:rPr lang="el-GR" b="0" i="0" dirty="0" err="1">
                <a:effectLst/>
                <a:latin typeface="__fkGroteskNeue_598ab8"/>
              </a:rPr>
              <a:t>Weka</a:t>
            </a:r>
            <a:endParaRPr lang="el-GR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0405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5711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0425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8184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6697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2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Θέση εικόνας διαφάνειας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Θέση σημειώσεων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l-GR" dirty="0"/>
          </a:p>
        </p:txBody>
      </p:sp>
      <p:sp>
        <p:nvSpPr>
          <p:cNvPr id="4" name="Θέση ημερομηνίας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27126FDC-224F-40D9-BC14-B335420DDF09}" type="datetime1">
              <a:rPr lang="el-GR" smtClean="0"/>
              <a:t>26/11/24</a:t>
            </a:fld>
            <a:endParaRPr lang="en-US"/>
          </a:p>
        </p:txBody>
      </p:sp>
      <p:sp>
        <p:nvSpPr>
          <p:cNvPr id="5" name="Θέση αριθμού διαφάνειας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783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1D63439-1CC6-4094-85D0-A1C74227DFA2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4046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D245FF9-7D03-49CA-B48F-5C3E6E4538BB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62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pPr rtl="0"/>
            <a:fld id="{9A35135B-71ED-4DAD-A0D4-F956DC504FD7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pPr rtl="0"/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055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9457937"/>
      </p:ext>
    </p:extLst>
  </p:cSld>
  <p:clrMapOvr>
    <a:masterClrMapping/>
  </p:clrMapOvr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6330981"/>
      </p:ext>
    </p:extLst>
  </p:cSld>
  <p:clrMapOvr>
    <a:masterClrMapping/>
  </p:clrMapOvr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2F9DDFC-3711-4385-89BD-93ACC588C7FA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2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B6C2DE-AD7D-4301-AF66-F299BAC0F051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487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34E474-51DB-4149-80D1-F3A9A7563EB9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032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012814"/>
      </p:ext>
    </p:extLst>
  </p:cSld>
  <p:clrMapOvr>
    <a:masterClrMapping/>
  </p:clrMapOvr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099937"/>
      </p:ext>
    </p:extLst>
  </p:cSld>
  <p:clrMapOvr>
    <a:masterClrMapping/>
  </p:clrMapOvr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559958"/>
      </p:ext>
    </p:extLst>
  </p:cSld>
  <p:clrMapOvr>
    <a:masterClrMapping/>
  </p:clrMapOvr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1D63439-1CC6-4094-85D0-A1C74227DFA2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83235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2D245FF9-7D03-49CA-B48F-5C3E6E4538BB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03636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35135B-71ED-4DAD-A0D4-F956DC504FD7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32994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5787671"/>
      </p:ext>
    </p:extLst>
  </p:cSld>
  <p:clrMapOvr>
    <a:masterClrMapping/>
  </p:clrMapOvr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6134593"/>
      </p:ext>
    </p:extLst>
  </p:cSld>
  <p:clrMapOvr>
    <a:masterClrMapping/>
  </p:clrMapOvr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2F9DDFC-3711-4385-89BD-93ACC588C7FA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9032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B6C2DE-AD7D-4301-AF66-F299BAC0F051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9573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934E474-51DB-4149-80D1-F3A9A7563EB9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66390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5209296"/>
      </p:ext>
    </p:extLst>
  </p:cSld>
  <p:clrMapOvr>
    <a:masterClrMapping/>
  </p:clrMapOvr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6020413"/>
      </p:ext>
    </p:extLst>
  </p:cSld>
  <p:clrMapOvr>
    <a:masterClrMapping/>
  </p:clrMapOvr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51574"/>
      </p:ext>
    </p:extLst>
  </p:cSld>
  <p:clrMapOvr>
    <a:masterClrMapping/>
  </p:clrMapOvr>
  <p:hf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1D63439-1CC6-4094-85D0-A1C74227DFA2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3749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0527666"/>
      </p:ext>
    </p:extLst>
  </p:cSld>
  <p:clrMapOvr>
    <a:masterClrMapping/>
  </p:clrMapOvr>
  <p:hf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A35135B-71ED-4DAD-A0D4-F956DC504FD7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56122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4368920"/>
      </p:ext>
    </p:extLst>
  </p:cSld>
  <p:clrMapOvr>
    <a:masterClrMapping/>
  </p:clrMapOvr>
  <p:hf sldNum="0"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777421"/>
      </p:ext>
    </p:extLst>
  </p:cSld>
  <p:clrMapOvr>
    <a:masterClrMapping/>
  </p:clrMapOvr>
  <p:hf sldNum="0"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2F9DDFC-3711-4385-89BD-93ACC588C7FA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86694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0B6C2DE-AD7D-4301-AF66-F299BAC0F051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739070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775062"/>
      </p:ext>
    </p:extLst>
  </p:cSld>
  <p:clrMapOvr>
    <a:masterClrMapping/>
  </p:clrMapOvr>
  <p:hf sldNum="0"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l-G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107886"/>
      </p:ext>
    </p:extLst>
  </p:cSld>
  <p:clrMapOvr>
    <a:masterClrMapping/>
  </p:clrMapOvr>
  <p:hf sldNum="0"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822065"/>
      </p:ext>
    </p:extLst>
  </p:cSld>
  <p:clrMapOvr>
    <a:masterClrMapping/>
  </p:clrMapOvr>
  <p:hf sldNum="0"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4577911"/>
      </p:ext>
    </p:extLst>
  </p:cSld>
  <p:clrMapOvr>
    <a:masterClrMapping/>
  </p:clrMapOvr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5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7741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98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  <p:sldLayoutId id="2147483922" r:id="rId2"/>
    <p:sldLayoutId id="2147483923" r:id="rId3"/>
    <p:sldLayoutId id="2147483924" r:id="rId4"/>
    <p:sldLayoutId id="2147483925" r:id="rId5"/>
    <p:sldLayoutId id="2147483926" r:id="rId6"/>
    <p:sldLayoutId id="2147483927" r:id="rId7"/>
    <p:sldLayoutId id="2147483928" r:id="rId8"/>
    <p:sldLayoutId id="2147483929" r:id="rId9"/>
    <p:sldLayoutId id="2147483930" r:id="rId10"/>
    <p:sldLayoutId id="2147483931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86D902E8-EFEB-49E0-A81E-5B9E8C2EA99F}" type="datetime1">
              <a:rPr lang="el-GR" smtClean="0"/>
              <a:t>26/11/24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61024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87" r:id="rId1"/>
    <p:sldLayoutId id="2147484188" r:id="rId2"/>
    <p:sldLayoutId id="2147484189" r:id="rId3"/>
    <p:sldLayoutId id="2147484190" r:id="rId4"/>
    <p:sldLayoutId id="2147484191" r:id="rId5"/>
    <p:sldLayoutId id="2147484192" r:id="rId6"/>
    <p:sldLayoutId id="2147484193" r:id="rId7"/>
    <p:sldLayoutId id="2147484194" r:id="rId8"/>
    <p:sldLayoutId id="2147484195" r:id="rId9"/>
    <p:sldLayoutId id="2147484196" r:id="rId10"/>
    <p:sldLayoutId id="214748419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microsoft.com/office/2007/relationships/hdphoto" Target="../media/hdphoto2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microsoft.com/office/2007/relationships/hdphoto" Target="../media/hdphoto1.wdp"/><Relationship Id="rId7" Type="http://schemas.microsoft.com/office/2007/relationships/hdphoto" Target="../media/hdphoto2.wdp"/><Relationship Id="rId12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11" Type="http://schemas.openxmlformats.org/officeDocument/2006/relationships/diagramColors" Target="../diagrams/colors1.xml"/><Relationship Id="rId5" Type="http://schemas.microsoft.com/office/2007/relationships/hdphoto" Target="../media/hdphoto3.wdp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8.png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3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microsoft.com/office/2007/relationships/hdphoto" Target="../media/hdphoto3.wdp"/><Relationship Id="rId7" Type="http://schemas.openxmlformats.org/officeDocument/2006/relationships/diagramLayout" Target="../diagrams/layout5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5.xml"/><Relationship Id="rId5" Type="http://schemas.microsoft.com/office/2007/relationships/hdphoto" Target="../media/hdphoto2.wdp"/><Relationship Id="rId10" Type="http://schemas.microsoft.com/office/2007/relationships/diagramDrawing" Target="../diagrams/drawing5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5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microsoft.com/office/2007/relationships/hdphoto" Target="../media/hdphoto2.wdp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microsoft.com/office/2007/relationships/hdphoto" Target="../media/hdphoto2.wdp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6.xml"/><Relationship Id="rId3" Type="http://schemas.openxmlformats.org/officeDocument/2006/relationships/image" Target="../media/image4.png"/><Relationship Id="rId7" Type="http://schemas.openxmlformats.org/officeDocument/2006/relationships/diagramLayout" Target="../diagrams/layout6.xml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6.xml"/><Relationship Id="rId5" Type="http://schemas.openxmlformats.org/officeDocument/2006/relationships/image" Target="../media/image2.png"/><Relationship Id="rId10" Type="http://schemas.microsoft.com/office/2007/relationships/diagramDrawing" Target="../diagrams/drawing6.xml"/><Relationship Id="rId4" Type="http://schemas.microsoft.com/office/2007/relationships/hdphoto" Target="../media/hdphoto2.wdp"/><Relationship Id="rId9" Type="http://schemas.openxmlformats.org/officeDocument/2006/relationships/diagramColors" Target="../diagrams/colors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4.png"/><Relationship Id="rId4" Type="http://schemas.microsoft.com/office/2007/relationships/hdphoto" Target="../media/hdphoto5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0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.png"/><Relationship Id="rId5" Type="http://schemas.microsoft.com/office/2007/relationships/hdphoto" Target="../media/hdphoto6.wdp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9.xml"/><Relationship Id="rId3" Type="http://schemas.microsoft.com/office/2007/relationships/hdphoto" Target="../media/hdphoto2.wdp"/><Relationship Id="rId7" Type="http://schemas.openxmlformats.org/officeDocument/2006/relationships/diagramColors" Target="../diagrams/colors9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9.xml"/><Relationship Id="rId5" Type="http://schemas.openxmlformats.org/officeDocument/2006/relationships/diagramLayout" Target="../diagrams/layout9.xml"/><Relationship Id="rId4" Type="http://schemas.openxmlformats.org/officeDocument/2006/relationships/diagramData" Target="../diagrams/data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0.xml"/><Relationship Id="rId3" Type="http://schemas.microsoft.com/office/2007/relationships/hdphoto" Target="../media/hdphoto3.wdp"/><Relationship Id="rId7" Type="http://schemas.openxmlformats.org/officeDocument/2006/relationships/diagramLayout" Target="../diagrams/layout10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0.xml"/><Relationship Id="rId5" Type="http://schemas.microsoft.com/office/2007/relationships/hdphoto" Target="../media/hdphoto2.wdp"/><Relationship Id="rId10" Type="http://schemas.microsoft.com/office/2007/relationships/diagramDrawing" Target="../diagrams/drawing10.xml"/><Relationship Id="rId4" Type="http://schemas.openxmlformats.org/officeDocument/2006/relationships/image" Target="../media/image4.png"/><Relationship Id="rId9" Type="http://schemas.openxmlformats.org/officeDocument/2006/relationships/diagramColors" Target="../diagrams/colors10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7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0A41EB4-467F-8E7A-5854-50EC2AD9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62" name="Group 2054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056" name="Oval 2055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  <p:sp>
          <p:nvSpPr>
            <p:cNvPr id="2066" name="Oval 2056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</p:grpSp>
      <p:pic>
        <p:nvPicPr>
          <p:cNvPr id="2050" name="Picture 2">
            <a:extLst>
              <a:ext uri="{FF2B5EF4-FFF2-40B4-BE49-F238E27FC236}">
                <a16:creationId xmlns:a16="http://schemas.microsoft.com/office/drawing/2014/main" id="{09841379-38C7-C89A-9115-539A69013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327" b="8013"/>
          <a:stretch/>
        </p:blipFill>
        <p:spPr bwMode="auto">
          <a:xfrm>
            <a:off x="-3048" y="-1"/>
            <a:ext cx="12191980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67" name="Rectangle 2058">
            <a:extLst>
              <a:ext uri="{FF2B5EF4-FFF2-40B4-BE49-F238E27FC236}">
                <a16:creationId xmlns:a16="http://schemas.microsoft.com/office/drawing/2014/main" id="{F79FF99C-BAA9-404F-9C96-6DD456B4F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49C44AFD-C72D-4D9C-84C6-73E615CE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blipFill dpi="0" rotWithShape="1">
            <a:blip r:embed="rId6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17783AC-03FF-D9CF-E0E8-35EB92DBD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9848" y="484632"/>
            <a:ext cx="1005840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400" dirty="0">
                <a:solidFill>
                  <a:schemeClr val="tx1"/>
                </a:solidFill>
              </a:rPr>
              <a:t>ASS Inc – American </a:t>
            </a:r>
            <a:r>
              <a:rPr lang="en-US" sz="5400" dirty="0" err="1">
                <a:solidFill>
                  <a:schemeClr val="tx1"/>
                </a:solidFill>
              </a:rPr>
              <a:t>SuperStore</a:t>
            </a:r>
            <a:endParaRPr lang="en-US" sz="5400" dirty="0">
              <a:solidFill>
                <a:schemeClr val="tx1"/>
              </a:solidFill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9F66A175-2996-4483-0D6B-16C24EEFC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9848" y="2121408"/>
            <a:ext cx="10058400" cy="4050792"/>
          </a:xfrm>
        </p:spPr>
        <p:txBody>
          <a:bodyPr vert="horz" lIns="91440" tIns="45720" rIns="91440" bIns="45720" rtlCol="0">
            <a:normAutofit/>
          </a:bodyPr>
          <a:lstStyle/>
          <a:p>
            <a:pPr indent="-182880">
              <a:buFont typeface="Wingdings" pitchFamily="2" charset="2"/>
              <a:buChar char="§"/>
            </a:pPr>
            <a:r>
              <a:rPr lang="el-GR" dirty="0"/>
              <a:t>ΔΑΜΑΣΚΟΥ ΒΑΣΙΛΕΙΑ </a:t>
            </a:r>
          </a:p>
          <a:p>
            <a:pPr indent="-182880">
              <a:buFont typeface="Wingdings" pitchFamily="2" charset="2"/>
              <a:buChar char="§"/>
            </a:pPr>
            <a:r>
              <a:rPr lang="en-US" dirty="0"/>
              <a:t>ΚΑΛΑΜΑΡΑΣ ΦΩΤΙΟΣ </a:t>
            </a:r>
          </a:p>
          <a:p>
            <a:pPr indent="-182880">
              <a:buFont typeface="Wingdings" pitchFamily="2" charset="2"/>
              <a:buChar char="§"/>
            </a:pPr>
            <a:r>
              <a:rPr lang="en-US" dirty="0"/>
              <a:t>ΚΑΡΑΜΑΝΛΗΣΑΠΟΣΤΟΛΟΣ </a:t>
            </a:r>
            <a:endParaRPr lang="el-GR" dirty="0"/>
          </a:p>
          <a:p>
            <a:pPr indent="-182880">
              <a:buFont typeface="Wingdings" pitchFamily="2" charset="2"/>
              <a:buChar char="§"/>
            </a:pPr>
            <a:r>
              <a:rPr lang="en-US" dirty="0"/>
              <a:t>ΡΕΝΤΙΝΑΣ ΚΩΝΣΤΑΝΤΙΝΟΣ-ΠΑΝΑΓΙΩΤΗΣ</a:t>
            </a:r>
          </a:p>
          <a:p>
            <a:endParaRPr lang="en-US" dirty="0"/>
          </a:p>
        </p:txBody>
      </p:sp>
      <p:grpSp>
        <p:nvGrpSpPr>
          <p:cNvPr id="2063" name="Group 2062">
            <a:extLst>
              <a:ext uri="{FF2B5EF4-FFF2-40B4-BE49-F238E27FC236}">
                <a16:creationId xmlns:a16="http://schemas.microsoft.com/office/drawing/2014/main" id="{1D25B14F-36E0-41E8-956F-CABEF1ADD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064" name="Oval 2063">
              <a:extLst>
                <a:ext uri="{FF2B5EF4-FFF2-40B4-BE49-F238E27FC236}">
                  <a16:creationId xmlns:a16="http://schemas.microsoft.com/office/drawing/2014/main" id="{4AFB9EA5-DE4D-4E6B-A302-F55174E4B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065" name="Oval 2064">
              <a:extLst>
                <a:ext uri="{FF2B5EF4-FFF2-40B4-BE49-F238E27FC236}">
                  <a16:creationId xmlns:a16="http://schemas.microsoft.com/office/drawing/2014/main" id="{E44092F4-4D9B-4D0A-8832-C29E786F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99106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F85E0883-9001-4D4E-9C91-E8D165DAF9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4AEEF45-F5C8-4322-9C98-33BB7A5A29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85E4386-A445-455A-91C4-16DE5DA9FC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574E88B-E2F3-741B-64D7-D6D9119D7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dirty="0" err="1">
                <a:solidFill>
                  <a:srgbClr val="FFFFFF"/>
                </a:solidFill>
              </a:rPr>
              <a:t>Περιεχ</a:t>
            </a:r>
            <a:r>
              <a:rPr lang="el-GR" sz="2600" dirty="0">
                <a:solidFill>
                  <a:srgbClr val="FFFFFF"/>
                </a:solidFill>
              </a:rPr>
              <a:t>ο</a:t>
            </a:r>
            <a:r>
              <a:rPr lang="en-US" sz="2600" dirty="0" err="1">
                <a:solidFill>
                  <a:srgbClr val="FFFFFF"/>
                </a:solidFill>
              </a:rPr>
              <a:t>μεν</a:t>
            </a:r>
            <a:r>
              <a:rPr lang="en-US" sz="2600" dirty="0">
                <a:solidFill>
                  <a:srgbClr val="FFFFFF"/>
                </a:solidFill>
              </a:rPr>
              <a:t>α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6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713B97F-C3F5-87F2-DD02-7C0DD7264C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96284827"/>
              </p:ext>
            </p:extLst>
          </p:nvPr>
        </p:nvGraphicFramePr>
        <p:xfrm>
          <a:off x="5946399" y="670967"/>
          <a:ext cx="5426132" cy="6187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725226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F05BD-B317-7385-4084-B6566F73B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 b="0" i="0" dirty="0" err="1">
                <a:effectLst/>
                <a:latin typeface="var(--font-fk-grotesk)"/>
              </a:rPr>
              <a:t>Εισαγωγ</a:t>
            </a:r>
            <a:r>
              <a:rPr lang="el-GR" dirty="0" err="1">
                <a:latin typeface="var(--font-fk-grotesk)"/>
              </a:rPr>
              <a:t>η</a:t>
            </a:r>
            <a:r>
              <a:rPr lang="el-GR" b="0" i="0" dirty="0">
                <a:effectLst/>
                <a:latin typeface="var(--font-fk-grotesk)"/>
              </a:rPr>
              <a:t> στην </a:t>
            </a:r>
            <a:r>
              <a:rPr lang="el-GR" b="0" i="0" dirty="0" err="1">
                <a:effectLst/>
                <a:latin typeface="var(--font-fk-grotesk)"/>
              </a:rPr>
              <a:t>Εταιρεια</a:t>
            </a:r>
            <a:endParaRPr lang="el-GR" dirty="0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707DD329-F0A5-304E-8BA6-DAE13183F41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254623856"/>
              </p:ext>
            </p:extLst>
          </p:nvPr>
        </p:nvGraphicFramePr>
        <p:xfrm>
          <a:off x="1069848" y="2194560"/>
          <a:ext cx="4754880" cy="3977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Θέση περιεχομένου 5">
            <a:extLst>
              <a:ext uri="{FF2B5EF4-FFF2-40B4-BE49-F238E27FC236}">
                <a16:creationId xmlns:a16="http://schemas.microsoft.com/office/drawing/2014/main" id="{49D90A74-8459-BE11-D744-B39CB0C64DA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94939129"/>
              </p:ext>
            </p:extLst>
          </p:nvPr>
        </p:nvGraphicFramePr>
        <p:xfrm>
          <a:off x="6503962" y="1335796"/>
          <a:ext cx="5200358" cy="444714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7037235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799C3D5-7D55-4046-808C-F290F456D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61035" y="1679569"/>
            <a:ext cx="3498864" cy="3498858"/>
            <a:chOff x="1061035" y="1679569"/>
            <a:chExt cx="3498864" cy="3498858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59D8741-EAD6-41B1-A882-70D70FC358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61035" y="1679569"/>
              <a:ext cx="3498864" cy="3498858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5444F36-3103-4D11-A25F-C054D4606D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46134" y="1864667"/>
              <a:ext cx="3128666" cy="312866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D999AA-A963-43F8-66A5-601E8386D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l-GR" sz="3000" b="0" i="0">
                <a:solidFill>
                  <a:srgbClr val="FFFFFF"/>
                </a:solidFill>
                <a:effectLst/>
                <a:latin typeface="var(--font-fk-grotesk)"/>
              </a:rPr>
              <a:t>Προετοιμασία </a:t>
            </a:r>
            <a:r>
              <a:rPr lang="en-US" sz="3000" b="0" i="0">
                <a:solidFill>
                  <a:srgbClr val="FFFFFF"/>
                </a:solidFill>
                <a:effectLst/>
                <a:latin typeface="var(--font-fk-grotesk)"/>
              </a:rPr>
              <a:t>Dataset</a:t>
            </a:r>
            <a:endParaRPr lang="el-GR" sz="3000">
              <a:solidFill>
                <a:srgbClr val="FFFFFF"/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BB6A6-75BB-8345-9576-B41C3C0BF4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7886" y="1600200"/>
            <a:ext cx="6466262" cy="5407212"/>
          </a:xfrm>
        </p:spPr>
        <p:txBody>
          <a:bodyPr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l-GR" b="0" i="0" dirty="0">
                <a:effectLst/>
                <a:latin typeface="__fkGroteskNeue_598ab8"/>
              </a:rPr>
              <a:t>Μετασχηματισμοί και Καθαρισμός Δεδομένων</a:t>
            </a:r>
          </a:p>
          <a:p>
            <a:pPr marL="0" indent="0">
              <a:buNone/>
            </a:pPr>
            <a:r>
              <a:rPr lang="el-GR" b="0" i="0" dirty="0">
                <a:effectLst/>
                <a:latin typeface="__fkGroteskNeue_598ab8"/>
              </a:rPr>
              <a:t> Διαδικασίες καθαρισμού</a:t>
            </a:r>
          </a:p>
          <a:p>
            <a:r>
              <a:rPr lang="el-GR" dirty="0">
                <a:latin typeface="__fkGroteskNeue_598ab8"/>
              </a:rPr>
              <a:t>Κατηγοριοποίηση μεταβλητών </a:t>
            </a:r>
          </a:p>
          <a:p>
            <a:r>
              <a:rPr lang="el-GR" dirty="0">
                <a:latin typeface="__fkGroteskNeue_598ab8"/>
              </a:rPr>
              <a:t>Αντιμετώπιση Ελλειπουσών Τιμών</a:t>
            </a:r>
          </a:p>
          <a:p>
            <a:r>
              <a:rPr lang="el-GR" dirty="0" err="1">
                <a:latin typeface="__fkGroteskNeue_598ab8"/>
              </a:rPr>
              <a:t>Διαχειριση</a:t>
            </a:r>
            <a:r>
              <a:rPr lang="el-GR" dirty="0">
                <a:latin typeface="__fkGroteskNeue_598ab8"/>
              </a:rPr>
              <a:t> </a:t>
            </a:r>
            <a:r>
              <a:rPr lang="el-GR" dirty="0" err="1">
                <a:latin typeface="__fkGroteskNeue_598ab8"/>
              </a:rPr>
              <a:t>Outliers</a:t>
            </a:r>
            <a:endParaRPr lang="en-US" b="0" i="0" dirty="0">
              <a:effectLst/>
              <a:latin typeface="__fkGroteskNeue_598ab8"/>
            </a:endParaRPr>
          </a:p>
          <a:p>
            <a:r>
              <a:rPr lang="el-GR" b="0" i="0" dirty="0" err="1">
                <a:effectLst/>
                <a:latin typeface="__fkGroteskNeue_598ab8"/>
              </a:rPr>
              <a:t>Transformation</a:t>
            </a:r>
            <a:r>
              <a:rPr lang="el-GR" b="0" i="0" dirty="0">
                <a:effectLst/>
                <a:latin typeface="__fkGroteskNeue_598ab8"/>
              </a:rPr>
              <a:t> στα δεδομένα με Excel</a:t>
            </a:r>
            <a:endParaRPr lang="en-CA" b="0" i="0" dirty="0">
              <a:effectLst/>
              <a:latin typeface="__fkGroteskNeue_598ab8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__fkGroteskNeue_598ab8"/>
              </a:rPr>
              <a:t> </a:t>
            </a:r>
            <a:r>
              <a:rPr lang="el-GR" kern="100" dirty="0">
                <a:latin typeface="Aptos" panose="020B0004020202020204" pitchFamily="34" charset="0"/>
                <a:cs typeface="Times New Roman" panose="02020603050405020304" pitchFamily="18" charset="0"/>
              </a:rPr>
              <a:t>Δημιουργία νέων στηλών </a:t>
            </a:r>
            <a:endParaRPr lang="en-CA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l-G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Profit</a:t>
            </a:r>
            <a:r>
              <a:rPr lang="el-G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Margin</a:t>
            </a:r>
            <a:r>
              <a:rPr lang="el-G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%</a:t>
            </a:r>
            <a:r>
              <a:rPr lang="en-CA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l-G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l-G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Total</a:t>
            </a:r>
            <a:r>
              <a:rPr lang="el-G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Orders</a:t>
            </a:r>
            <a:endParaRPr lang="el-G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l-G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Discounted</a:t>
            </a:r>
            <a:r>
              <a:rPr lang="el-G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l-G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Orders</a:t>
            </a:r>
            <a:r>
              <a:rPr lang="el-GR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per </a:t>
            </a:r>
            <a:r>
              <a:rPr lang="el-GR" kern="100" dirty="0" err="1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Customer</a:t>
            </a:r>
            <a:r>
              <a:rPr lang="en-CA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endParaRPr lang="el-GR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CA" kern="100" dirty="0"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</a:t>
            </a:r>
            <a:r>
              <a:rPr lang="en-CA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yalty,</a:t>
            </a:r>
            <a:r>
              <a:rPr lang="el-GR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CA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Sales</a:t>
            </a:r>
            <a:r>
              <a:rPr lang="en-US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CA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Range</a:t>
            </a:r>
            <a:r>
              <a:rPr lang="en-US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l-GR" sz="21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CA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Profit</a:t>
            </a:r>
            <a:r>
              <a:rPr lang="en-US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en-CA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Range</a:t>
            </a:r>
            <a:r>
              <a:rPr lang="en-US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l-GR" sz="21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CA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Average Unit Price per Customer</a:t>
            </a:r>
            <a:r>
              <a:rPr lang="en-US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en-CA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Range</a:t>
            </a:r>
            <a:r>
              <a:rPr lang="en-US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)</a:t>
            </a:r>
            <a:endParaRPr lang="el-GR" sz="21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Aft>
                <a:spcPts val="800"/>
              </a:spcAft>
              <a:buFont typeface="+mj-lt"/>
              <a:buAutoNum type="arabicPeriod"/>
            </a:pPr>
            <a:r>
              <a:rPr lang="en-CA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Shipping Time</a:t>
            </a:r>
            <a:endParaRPr lang="el-GR" sz="2100" kern="100" dirty="0">
              <a:latin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800"/>
              </a:spcAft>
              <a:buFont typeface="+mj-lt"/>
              <a:buAutoNum type="arabicPeriod"/>
            </a:pPr>
            <a:r>
              <a:rPr lang="en-US" sz="2100" kern="100" dirty="0">
                <a:latin typeface="Aptos" panose="020B0004020202020204" pitchFamily="34" charset="0"/>
                <a:cs typeface="Times New Roman" panose="02020603050405020304" pitchFamily="18" charset="0"/>
              </a:rPr>
              <a:t>Discount Shopper Status</a:t>
            </a:r>
            <a:endParaRPr lang="el-GR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endParaRPr lang="en-CA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endParaRPr lang="en-CA" b="0" i="0" dirty="0">
              <a:effectLst/>
              <a:latin typeface="__fkGroteskNeue_598ab8"/>
            </a:endParaRPr>
          </a:p>
          <a:p>
            <a:pPr marL="0" indent="0">
              <a:buNone/>
            </a:pPr>
            <a:endParaRPr lang="el-GR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l-GR" b="0" i="0" dirty="0">
              <a:effectLst/>
              <a:latin typeface="__fkGroteskNeue_598ab8"/>
            </a:endParaRPr>
          </a:p>
          <a:p>
            <a:pPr marL="0" indent="0">
              <a:buNone/>
            </a:pPr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284420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82E7304-2AC2-4A5C-924D-A6AC3FFC5E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DB228C-9120-FE00-0C35-FBC1BABDD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>
            <a:normAutofit/>
          </a:bodyPr>
          <a:lstStyle/>
          <a:p>
            <a:pPr algn="ctr"/>
            <a:r>
              <a:rPr lang="el-GR" b="0" i="0" dirty="0" err="1">
                <a:effectLst/>
                <a:latin typeface="__fkGroteskNeue_598ab8"/>
              </a:rPr>
              <a:t>Κυριες</a:t>
            </a:r>
            <a:r>
              <a:rPr lang="el-GR" b="0" i="0" dirty="0">
                <a:effectLst/>
                <a:latin typeface="__fkGroteskNeue_598ab8"/>
              </a:rPr>
              <a:t> </a:t>
            </a:r>
            <a:r>
              <a:rPr lang="el-GR" b="0" i="0" dirty="0" err="1">
                <a:effectLst/>
                <a:latin typeface="__fkGroteskNeue_598ab8"/>
              </a:rPr>
              <a:t>Μετρησεις</a:t>
            </a:r>
            <a:endParaRPr lang="el-GR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259FEF2-F6A5-442F-BA10-4E39EECD0A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451579" y="1853754"/>
            <a:ext cx="960327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A3C183B1-1D4B-4E3D-A02E-A426E3BFA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83852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8CBC0CF-C739-BEE5-C3FF-F15C8274E3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5590562"/>
              </p:ext>
            </p:extLst>
          </p:nvPr>
        </p:nvGraphicFramePr>
        <p:xfrm>
          <a:off x="1450975" y="2331497"/>
          <a:ext cx="9604375" cy="37232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47026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765057-6616-8BD6-BC84-39EF51AC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l-GR" sz="2300" b="0" i="0" dirty="0" err="1">
                <a:solidFill>
                  <a:srgbClr val="FFFFFF"/>
                </a:solidFill>
                <a:effectLst/>
                <a:latin typeface="var(--font-fk-grotesk)"/>
              </a:rPr>
              <a:t>ΜοντελοποΙηση</a:t>
            </a:r>
            <a:r>
              <a:rPr lang="el-GR" sz="2300" b="0" i="0" dirty="0">
                <a:solidFill>
                  <a:srgbClr val="FFFFFF"/>
                </a:solidFill>
                <a:effectLst/>
                <a:latin typeface="var(--font-fk-grotesk)"/>
              </a:rPr>
              <a:t> και </a:t>
            </a:r>
            <a:r>
              <a:rPr lang="el-GR" sz="2300" b="0" i="0" dirty="0" err="1">
                <a:solidFill>
                  <a:srgbClr val="FFFFFF"/>
                </a:solidFill>
                <a:effectLst/>
                <a:latin typeface="var(--font-fk-grotesk)"/>
              </a:rPr>
              <a:t>ΣυσχετΙσεις</a:t>
            </a:r>
            <a:endParaRPr lang="el-GR" sz="2300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D1F7F84-2FE6-67B5-4F5E-C602055010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7510354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104227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Rectangle 1079">
            <a:extLst>
              <a:ext uri="{FF2B5EF4-FFF2-40B4-BE49-F238E27FC236}">
                <a16:creationId xmlns:a16="http://schemas.microsoft.com/office/drawing/2014/main" id="{2550AE69-AC86-4188-83E5-A856C4F1DC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082" name="Rectangle 1081">
            <a:extLst>
              <a:ext uri="{FF2B5EF4-FFF2-40B4-BE49-F238E27FC236}">
                <a16:creationId xmlns:a16="http://schemas.microsoft.com/office/drawing/2014/main" id="{EC4CA156-2C9D-4F0C-B229-88D8B5E17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084" name="Rectangle 1083">
            <a:extLst>
              <a:ext uri="{FF2B5EF4-FFF2-40B4-BE49-F238E27FC236}">
                <a16:creationId xmlns:a16="http://schemas.microsoft.com/office/drawing/2014/main" id="{D7361ED3-EBE5-4EFC-8DA3-D0CE4BF2F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grpSp>
        <p:nvGrpSpPr>
          <p:cNvPr id="1086" name="Group 1085">
            <a:extLst>
              <a:ext uri="{FF2B5EF4-FFF2-40B4-BE49-F238E27FC236}">
                <a16:creationId xmlns:a16="http://schemas.microsoft.com/office/drawing/2014/main" id="{85105087-7F16-4C94-837C-C454451166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087" name="Oval 1086">
              <a:extLst>
                <a:ext uri="{FF2B5EF4-FFF2-40B4-BE49-F238E27FC236}">
                  <a16:creationId xmlns:a16="http://schemas.microsoft.com/office/drawing/2014/main" id="{4F2F3467-E50F-4A91-B27D-E324936A66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6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  <p:sp>
          <p:nvSpPr>
            <p:cNvPr id="1088" name="Oval 1087">
              <a:extLst>
                <a:ext uri="{FF2B5EF4-FFF2-40B4-BE49-F238E27FC236}">
                  <a16:creationId xmlns:a16="http://schemas.microsoft.com/office/drawing/2014/main" id="{D678BE03-AC84-4940-A7FD-5B143FE2D6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1090" name="Rectangle 1089">
            <a:extLst>
              <a:ext uri="{FF2B5EF4-FFF2-40B4-BE49-F238E27FC236}">
                <a16:creationId xmlns:a16="http://schemas.microsoft.com/office/drawing/2014/main" id="{CFB57ED5-941D-44E2-9320-56A0A026F2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92" name="Rectangle 1091">
            <a:extLst>
              <a:ext uri="{FF2B5EF4-FFF2-40B4-BE49-F238E27FC236}">
                <a16:creationId xmlns:a16="http://schemas.microsoft.com/office/drawing/2014/main" id="{7A1BE9A9-6FBF-4CF1-8F0C-BFCFF1FD9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653241"/>
            <a:ext cx="109087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74B15B59-CD08-1418-F979-D7F729878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34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r="14630" b="-1"/>
          <a:stretch/>
        </p:blipFill>
        <p:spPr bwMode="auto">
          <a:xfrm>
            <a:off x="633999" y="1054100"/>
            <a:ext cx="5462001" cy="4382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4" name="Rectangle 1093">
            <a:extLst>
              <a:ext uri="{FF2B5EF4-FFF2-40B4-BE49-F238E27FC236}">
                <a16:creationId xmlns:a16="http://schemas.microsoft.com/office/drawing/2014/main" id="{C4AE8163-578C-46A4-BF65-BD3AEEF2A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1" y="822325"/>
            <a:ext cx="5149596" cy="4846228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765057-6616-8BD6-BC84-39EF51ACD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220" y="1054100"/>
            <a:ext cx="4615180" cy="37360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800" b="0" i="0" dirty="0" err="1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Μοντελο</a:t>
            </a:r>
            <a:r>
              <a:rPr lang="en-US" sz="3800" b="0" i="0" dirty="0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π</a:t>
            </a:r>
            <a:r>
              <a:rPr lang="en-US" sz="3800" b="0" i="0" dirty="0" err="1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ο</a:t>
            </a:r>
            <a:r>
              <a:rPr lang="el-GR" sz="3800" b="0" i="0" dirty="0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Ι</a:t>
            </a:r>
            <a:r>
              <a:rPr lang="en-US" sz="3800" b="0" i="0" dirty="0" err="1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ηση</a:t>
            </a:r>
            <a:r>
              <a:rPr lang="en-US" sz="3800" b="0" i="0" dirty="0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 και </a:t>
            </a:r>
            <a:r>
              <a:rPr lang="en-US" sz="3800" b="0" i="0" dirty="0" err="1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Συσχετ</a:t>
            </a:r>
            <a:r>
              <a:rPr lang="el-GR" sz="3800" b="0" i="0" dirty="0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Ι</a:t>
            </a:r>
            <a:r>
              <a:rPr lang="en-US" sz="3800" b="0" i="0" dirty="0" err="1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σεις</a:t>
            </a:r>
            <a:r>
              <a:rPr lang="en-US" sz="3800" b="0" i="0" dirty="0">
                <a:blipFill dpi="0" rotWithShape="1">
                  <a:blip r:embed="rId5"/>
                  <a:srcRect/>
                  <a:tile tx="6350" ty="-127000" sx="65000" sy="64000" flip="none" algn="tl"/>
                </a:blipFill>
                <a:effectLst/>
              </a:rPr>
              <a:t> (Weka)</a:t>
            </a:r>
            <a:endParaRPr lang="en-US" sz="3800" dirty="0">
              <a:blipFill dpi="0" rotWithShape="1">
                <a:blip r:embed="rId5"/>
                <a:srcRect/>
                <a:tile tx="6350" ty="-127000" sx="65000" sy="64000" flip="none" algn="tl"/>
              </a:blipFill>
            </a:endParaRPr>
          </a:p>
        </p:txBody>
      </p:sp>
      <p:sp>
        <p:nvSpPr>
          <p:cNvPr id="1096" name="Rectangle 1095">
            <a:extLst>
              <a:ext uri="{FF2B5EF4-FFF2-40B4-BE49-F238E27FC236}">
                <a16:creationId xmlns:a16="http://schemas.microsoft.com/office/drawing/2014/main" id="{346F56CC-F97A-40DF-9A88-6D8BF7A6A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604" y="5756954"/>
            <a:ext cx="109087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98" name="Group 1097">
            <a:extLst>
              <a:ext uri="{FF2B5EF4-FFF2-40B4-BE49-F238E27FC236}">
                <a16:creationId xmlns:a16="http://schemas.microsoft.com/office/drawing/2014/main" id="{694818F1-2ACF-4181-B8B6-7637EB92BD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1099" name="Oval 1098">
              <a:extLst>
                <a:ext uri="{FF2B5EF4-FFF2-40B4-BE49-F238E27FC236}">
                  <a16:creationId xmlns:a16="http://schemas.microsoft.com/office/drawing/2014/main" id="{31BF4AB6-91C5-40DA-AFC8-BBDA46BB2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100" name="Oval 1099">
              <a:extLst>
                <a:ext uri="{FF2B5EF4-FFF2-40B4-BE49-F238E27FC236}">
                  <a16:creationId xmlns:a16="http://schemas.microsoft.com/office/drawing/2014/main" id="{CA6D6306-ED75-4DC2-9BEF-160516C2FA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42978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Rectangle 2211">
            <a:extLst>
              <a:ext uri="{FF2B5EF4-FFF2-40B4-BE49-F238E27FC236}">
                <a16:creationId xmlns:a16="http://schemas.microsoft.com/office/drawing/2014/main" id="{55C6FAD9-E47F-4B85-A4F9-01141E66B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214" name="Rectangle 2213">
            <a:extLst>
              <a:ext uri="{FF2B5EF4-FFF2-40B4-BE49-F238E27FC236}">
                <a16:creationId xmlns:a16="http://schemas.microsoft.com/office/drawing/2014/main" id="{25B4D5C2-119A-4EDD-B133-0AB95E13B5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216" name="Rectangle 2215">
            <a:extLst>
              <a:ext uri="{FF2B5EF4-FFF2-40B4-BE49-F238E27FC236}">
                <a16:creationId xmlns:a16="http://schemas.microsoft.com/office/drawing/2014/main" id="{9156409A-DE97-4AEE-9F01-B945ED0FE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grpSp>
        <p:nvGrpSpPr>
          <p:cNvPr id="2218" name="Group 2217">
            <a:extLst>
              <a:ext uri="{FF2B5EF4-FFF2-40B4-BE49-F238E27FC236}">
                <a16:creationId xmlns:a16="http://schemas.microsoft.com/office/drawing/2014/main" id="{3D54EEE6-F9E7-4CBE-A820-AA9911D92A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2219" name="Oval 2218">
              <a:extLst>
                <a:ext uri="{FF2B5EF4-FFF2-40B4-BE49-F238E27FC236}">
                  <a16:creationId xmlns:a16="http://schemas.microsoft.com/office/drawing/2014/main" id="{C5669BB3-665C-4AE6-916A-9600A6995F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  <p:sp>
          <p:nvSpPr>
            <p:cNvPr id="2220" name="Oval 2219">
              <a:extLst>
                <a:ext uri="{FF2B5EF4-FFF2-40B4-BE49-F238E27FC236}">
                  <a16:creationId xmlns:a16="http://schemas.microsoft.com/office/drawing/2014/main" id="{202D4491-AED6-44D9-B5BE-EE7ED8436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</p:grpSp>
      <p:sp useBgFill="1">
        <p:nvSpPr>
          <p:cNvPr id="2222" name="Rectangle 2221">
            <a:extLst>
              <a:ext uri="{FF2B5EF4-FFF2-40B4-BE49-F238E27FC236}">
                <a16:creationId xmlns:a16="http://schemas.microsoft.com/office/drawing/2014/main" id="{472095BC-C06B-45BD-A206-0F75C6A4A9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2" name="Τίτλος 1">
            <a:extLst>
              <a:ext uri="{FF2B5EF4-FFF2-40B4-BE49-F238E27FC236}">
                <a16:creationId xmlns:a16="http://schemas.microsoft.com/office/drawing/2014/main" id="{C36019AE-57D4-7D37-8530-E85EEF30F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7425" y="2005859"/>
            <a:ext cx="6226984" cy="23770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44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Μοντελο</a:t>
            </a:r>
            <a:r>
              <a:rPr lang="en-US" sz="44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π</a:t>
            </a:r>
            <a:r>
              <a:rPr lang="en-US" sz="44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ο</a:t>
            </a:r>
            <a:r>
              <a:rPr lang="el-GR" sz="44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Ι</a:t>
            </a:r>
            <a:r>
              <a:rPr lang="en-US" sz="44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ηση</a:t>
            </a:r>
            <a:r>
              <a:rPr lang="en-US" sz="44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 και </a:t>
            </a:r>
            <a:r>
              <a:rPr lang="en-US" sz="44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Συσχετ</a:t>
            </a:r>
            <a:r>
              <a:rPr lang="el-GR" sz="44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Ι</a:t>
            </a:r>
            <a:r>
              <a:rPr lang="en-US" sz="44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σεις</a:t>
            </a:r>
            <a:r>
              <a:rPr lang="en-US" sz="44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(</a:t>
            </a:r>
            <a:r>
              <a:rPr lang="en-US" sz="44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weka</a:t>
            </a:r>
            <a:r>
              <a:rPr lang="en-US" sz="44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)</a:t>
            </a:r>
            <a:endParaRPr lang="en-US" sz="4400" dirty="0">
              <a:blipFill dpi="0" rotWithShape="1">
                <a:blip r:embed="rId4"/>
                <a:srcRect/>
                <a:tile tx="6350" ty="-127000" sx="65000" sy="64000" flip="none" algn="tl"/>
              </a:blipFill>
            </a:endParaRP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id="{E8C339BF-5B93-6F80-8700-3663A49614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786" b="-1"/>
          <a:stretch/>
        </p:blipFill>
        <p:spPr bwMode="auto">
          <a:xfrm>
            <a:off x="5233763" y="10"/>
            <a:ext cx="4480560" cy="2516773"/>
          </a:xfrm>
          <a:custGeom>
            <a:avLst/>
            <a:gdLst/>
            <a:ahLst/>
            <a:cxnLst/>
            <a:rect l="l" t="t" r="r" b="b"/>
            <a:pathLst>
              <a:path w="4480560" h="2516783">
                <a:moveTo>
                  <a:pt x="273471" y="0"/>
                </a:moveTo>
                <a:lnTo>
                  <a:pt x="4207090" y="0"/>
                </a:lnTo>
                <a:lnTo>
                  <a:pt x="4218264" y="73216"/>
                </a:lnTo>
                <a:cubicBezTo>
                  <a:pt x="4225052" y="140055"/>
                  <a:pt x="4228529" y="207873"/>
                  <a:pt x="4228529" y="276503"/>
                </a:cubicBezTo>
                <a:cubicBezTo>
                  <a:pt x="4228529" y="1374583"/>
                  <a:pt x="3338359" y="2264752"/>
                  <a:pt x="2240280" y="2264752"/>
                </a:cubicBezTo>
                <a:cubicBezTo>
                  <a:pt x="1142201" y="2264752"/>
                  <a:pt x="252032" y="1374583"/>
                  <a:pt x="252032" y="276503"/>
                </a:cubicBezTo>
                <a:cubicBezTo>
                  <a:pt x="252032" y="207873"/>
                  <a:pt x="255509" y="140055"/>
                  <a:pt x="262297" y="73216"/>
                </a:cubicBezTo>
                <a:close/>
                <a:moveTo>
                  <a:pt x="18808" y="0"/>
                </a:moveTo>
                <a:lnTo>
                  <a:pt x="216879" y="0"/>
                </a:lnTo>
                <a:lnTo>
                  <a:pt x="206579" y="67490"/>
                </a:lnTo>
                <a:cubicBezTo>
                  <a:pt x="199600" y="136212"/>
                  <a:pt x="196025" y="205940"/>
                  <a:pt x="196025" y="276503"/>
                </a:cubicBezTo>
                <a:cubicBezTo>
                  <a:pt x="196025" y="1405514"/>
                  <a:pt x="1111269" y="2320759"/>
                  <a:pt x="2240280" y="2320759"/>
                </a:cubicBezTo>
                <a:cubicBezTo>
                  <a:pt x="3369291" y="2320759"/>
                  <a:pt x="4284535" y="1405514"/>
                  <a:pt x="4284535" y="276503"/>
                </a:cubicBezTo>
                <a:cubicBezTo>
                  <a:pt x="4284535" y="205940"/>
                  <a:pt x="4280960" y="136212"/>
                  <a:pt x="4273981" y="67490"/>
                </a:cubicBezTo>
                <a:lnTo>
                  <a:pt x="4263681" y="0"/>
                </a:lnTo>
                <a:lnTo>
                  <a:pt x="4461752" y="0"/>
                </a:lnTo>
                <a:lnTo>
                  <a:pt x="4468994" y="47447"/>
                </a:lnTo>
                <a:cubicBezTo>
                  <a:pt x="4476642" y="122759"/>
                  <a:pt x="4480560" y="199173"/>
                  <a:pt x="4480560" y="276503"/>
                </a:cubicBezTo>
                <a:cubicBezTo>
                  <a:pt x="4480560" y="1513776"/>
                  <a:pt x="3477553" y="2516783"/>
                  <a:pt x="2240280" y="2516783"/>
                </a:cubicBezTo>
                <a:cubicBezTo>
                  <a:pt x="1003008" y="2516783"/>
                  <a:pt x="0" y="1513776"/>
                  <a:pt x="0" y="276503"/>
                </a:cubicBezTo>
                <a:cubicBezTo>
                  <a:pt x="0" y="199173"/>
                  <a:pt x="3918" y="122759"/>
                  <a:pt x="11567" y="4744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Θέση ημερομηνίας 3">
            <a:extLst>
              <a:ext uri="{FF2B5EF4-FFF2-40B4-BE49-F238E27FC236}">
                <a16:creationId xmlns:a16="http://schemas.microsoft.com/office/drawing/2014/main" id="{B8413F05-6835-E788-16B9-411AE3E16E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43101" y="2221046"/>
            <a:ext cx="2585545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>
                <a:solidFill>
                  <a:srgbClr val="696464"/>
                </a:solidFill>
              </a:rPr>
              <a:t>8</a:t>
            </a:r>
          </a:p>
          <a:p>
            <a:pPr>
              <a:spcAft>
                <a:spcPts val="600"/>
              </a:spcAft>
            </a:pPr>
            <a:endParaRPr lang="en-US">
              <a:solidFill>
                <a:srgbClr val="696464"/>
              </a:solidFill>
            </a:endParaRPr>
          </a:p>
        </p:txBody>
      </p:sp>
      <p:sp>
        <p:nvSpPr>
          <p:cNvPr id="2224" name="Freeform: Shape 2223">
            <a:extLst>
              <a:ext uri="{FF2B5EF4-FFF2-40B4-BE49-F238E27FC236}">
                <a16:creationId xmlns:a16="http://schemas.microsoft.com/office/drawing/2014/main" id="{4D40AAF3-394B-453B-8AF1-B796F8F9F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33763" y="0"/>
            <a:ext cx="4480560" cy="2516783"/>
          </a:xfrm>
          <a:custGeom>
            <a:avLst/>
            <a:gdLst>
              <a:gd name="connsiteX0" fmla="*/ 273471 w 4480560"/>
              <a:gd name="connsiteY0" fmla="*/ 0 h 2516783"/>
              <a:gd name="connsiteX1" fmla="*/ 4207090 w 4480560"/>
              <a:gd name="connsiteY1" fmla="*/ 0 h 2516783"/>
              <a:gd name="connsiteX2" fmla="*/ 4218264 w 4480560"/>
              <a:gd name="connsiteY2" fmla="*/ 73216 h 2516783"/>
              <a:gd name="connsiteX3" fmla="*/ 4228529 w 4480560"/>
              <a:gd name="connsiteY3" fmla="*/ 276503 h 2516783"/>
              <a:gd name="connsiteX4" fmla="*/ 2240280 w 4480560"/>
              <a:gd name="connsiteY4" fmla="*/ 2264752 h 2516783"/>
              <a:gd name="connsiteX5" fmla="*/ 252032 w 4480560"/>
              <a:gd name="connsiteY5" fmla="*/ 276503 h 2516783"/>
              <a:gd name="connsiteX6" fmla="*/ 262297 w 4480560"/>
              <a:gd name="connsiteY6" fmla="*/ 73216 h 2516783"/>
              <a:gd name="connsiteX7" fmla="*/ 18808 w 4480560"/>
              <a:gd name="connsiteY7" fmla="*/ 0 h 2516783"/>
              <a:gd name="connsiteX8" fmla="*/ 216879 w 4480560"/>
              <a:gd name="connsiteY8" fmla="*/ 0 h 2516783"/>
              <a:gd name="connsiteX9" fmla="*/ 206579 w 4480560"/>
              <a:gd name="connsiteY9" fmla="*/ 67490 h 2516783"/>
              <a:gd name="connsiteX10" fmla="*/ 196025 w 4480560"/>
              <a:gd name="connsiteY10" fmla="*/ 276503 h 2516783"/>
              <a:gd name="connsiteX11" fmla="*/ 2240280 w 4480560"/>
              <a:gd name="connsiteY11" fmla="*/ 2320759 h 2516783"/>
              <a:gd name="connsiteX12" fmla="*/ 4284535 w 4480560"/>
              <a:gd name="connsiteY12" fmla="*/ 276503 h 2516783"/>
              <a:gd name="connsiteX13" fmla="*/ 4273981 w 4480560"/>
              <a:gd name="connsiteY13" fmla="*/ 67490 h 2516783"/>
              <a:gd name="connsiteX14" fmla="*/ 4263681 w 4480560"/>
              <a:gd name="connsiteY14" fmla="*/ 0 h 2516783"/>
              <a:gd name="connsiteX15" fmla="*/ 4461752 w 4480560"/>
              <a:gd name="connsiteY15" fmla="*/ 0 h 2516783"/>
              <a:gd name="connsiteX16" fmla="*/ 4468994 w 4480560"/>
              <a:gd name="connsiteY16" fmla="*/ 47447 h 2516783"/>
              <a:gd name="connsiteX17" fmla="*/ 4480560 w 4480560"/>
              <a:gd name="connsiteY17" fmla="*/ 276503 h 2516783"/>
              <a:gd name="connsiteX18" fmla="*/ 2240280 w 4480560"/>
              <a:gd name="connsiteY18" fmla="*/ 2516783 h 2516783"/>
              <a:gd name="connsiteX19" fmla="*/ 0 w 4480560"/>
              <a:gd name="connsiteY19" fmla="*/ 276503 h 2516783"/>
              <a:gd name="connsiteX20" fmla="*/ 11567 w 4480560"/>
              <a:gd name="connsiteY20" fmla="*/ 47447 h 2516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4480560" h="2516783">
                <a:moveTo>
                  <a:pt x="273471" y="0"/>
                </a:moveTo>
                <a:lnTo>
                  <a:pt x="4207090" y="0"/>
                </a:lnTo>
                <a:lnTo>
                  <a:pt x="4218264" y="73216"/>
                </a:lnTo>
                <a:cubicBezTo>
                  <a:pt x="4225052" y="140055"/>
                  <a:pt x="4228529" y="207873"/>
                  <a:pt x="4228529" y="276503"/>
                </a:cubicBezTo>
                <a:cubicBezTo>
                  <a:pt x="4228529" y="1374583"/>
                  <a:pt x="3338359" y="2264752"/>
                  <a:pt x="2240280" y="2264752"/>
                </a:cubicBezTo>
                <a:cubicBezTo>
                  <a:pt x="1142201" y="2264752"/>
                  <a:pt x="252032" y="1374583"/>
                  <a:pt x="252032" y="276503"/>
                </a:cubicBezTo>
                <a:cubicBezTo>
                  <a:pt x="252032" y="207873"/>
                  <a:pt x="255509" y="140055"/>
                  <a:pt x="262297" y="73216"/>
                </a:cubicBezTo>
                <a:close/>
                <a:moveTo>
                  <a:pt x="18808" y="0"/>
                </a:moveTo>
                <a:lnTo>
                  <a:pt x="216879" y="0"/>
                </a:lnTo>
                <a:lnTo>
                  <a:pt x="206579" y="67490"/>
                </a:lnTo>
                <a:cubicBezTo>
                  <a:pt x="199600" y="136212"/>
                  <a:pt x="196025" y="205940"/>
                  <a:pt x="196025" y="276503"/>
                </a:cubicBezTo>
                <a:cubicBezTo>
                  <a:pt x="196025" y="1405514"/>
                  <a:pt x="1111269" y="2320759"/>
                  <a:pt x="2240280" y="2320759"/>
                </a:cubicBezTo>
                <a:cubicBezTo>
                  <a:pt x="3369291" y="2320759"/>
                  <a:pt x="4284535" y="1405514"/>
                  <a:pt x="4284535" y="276503"/>
                </a:cubicBezTo>
                <a:cubicBezTo>
                  <a:pt x="4284535" y="205940"/>
                  <a:pt x="4280960" y="136212"/>
                  <a:pt x="4273981" y="67490"/>
                </a:cubicBezTo>
                <a:lnTo>
                  <a:pt x="4263681" y="0"/>
                </a:lnTo>
                <a:lnTo>
                  <a:pt x="4461752" y="0"/>
                </a:lnTo>
                <a:lnTo>
                  <a:pt x="4468994" y="47447"/>
                </a:lnTo>
                <a:cubicBezTo>
                  <a:pt x="4476642" y="122759"/>
                  <a:pt x="4480560" y="199173"/>
                  <a:pt x="4480560" y="276503"/>
                </a:cubicBezTo>
                <a:cubicBezTo>
                  <a:pt x="4480560" y="1513776"/>
                  <a:pt x="3477553" y="2516783"/>
                  <a:pt x="2240280" y="2516783"/>
                </a:cubicBezTo>
                <a:cubicBezTo>
                  <a:pt x="1003008" y="2516783"/>
                  <a:pt x="0" y="1513776"/>
                  <a:pt x="0" y="276503"/>
                </a:cubicBezTo>
                <a:cubicBezTo>
                  <a:pt x="0" y="199173"/>
                  <a:pt x="3918" y="122759"/>
                  <a:pt x="11567" y="47447"/>
                </a:cubicBezTo>
                <a:close/>
              </a:path>
            </a:pathLst>
          </a:custGeom>
          <a:blipFill dpi="0" rotWithShape="1">
            <a:blip r:embed="rId7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FC41A99D-FE2E-4D36-D7FB-7528785F1B3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996" r="12911" b="1"/>
          <a:stretch/>
        </p:blipFill>
        <p:spPr bwMode="auto">
          <a:xfrm>
            <a:off x="20" y="537668"/>
            <a:ext cx="5681184" cy="6320333"/>
          </a:xfrm>
          <a:custGeom>
            <a:avLst/>
            <a:gdLst/>
            <a:ahLst/>
            <a:cxnLst/>
            <a:rect l="l" t="t" r="r" b="b"/>
            <a:pathLst>
              <a:path w="5681204" h="6320333">
                <a:moveTo>
                  <a:pt x="0" y="5597835"/>
                </a:moveTo>
                <a:lnTo>
                  <a:pt x="39695" y="5641510"/>
                </a:lnTo>
                <a:cubicBezTo>
                  <a:pt x="322810" y="5924626"/>
                  <a:pt x="659928" y="6153739"/>
                  <a:pt x="1034272" y="6312073"/>
                </a:cubicBezTo>
                <a:lnTo>
                  <a:pt x="1056841" y="6320333"/>
                </a:lnTo>
                <a:lnTo>
                  <a:pt x="413612" y="6320333"/>
                </a:lnTo>
                <a:lnTo>
                  <a:pt x="300961" y="6249073"/>
                </a:lnTo>
                <a:cubicBezTo>
                  <a:pt x="221838" y="6194223"/>
                  <a:pt x="145134" y="6136129"/>
                  <a:pt x="71042" y="6074983"/>
                </a:cubicBezTo>
                <a:lnTo>
                  <a:pt x="0" y="6010415"/>
                </a:lnTo>
                <a:close/>
                <a:moveTo>
                  <a:pt x="2252205" y="385763"/>
                </a:moveTo>
                <a:cubicBezTo>
                  <a:pt x="3932939" y="385763"/>
                  <a:pt x="5295442" y="1748266"/>
                  <a:pt x="5295442" y="3429000"/>
                </a:cubicBezTo>
                <a:cubicBezTo>
                  <a:pt x="5295442" y="4689551"/>
                  <a:pt x="4529034" y="5771096"/>
                  <a:pt x="3436771" y="6233085"/>
                </a:cubicBezTo>
                <a:lnTo>
                  <a:pt x="3198390" y="6320333"/>
                </a:lnTo>
                <a:lnTo>
                  <a:pt x="1306021" y="6320333"/>
                </a:lnTo>
                <a:lnTo>
                  <a:pt x="1067639" y="6233085"/>
                </a:lnTo>
                <a:cubicBezTo>
                  <a:pt x="703552" y="6079088"/>
                  <a:pt x="375670" y="5856252"/>
                  <a:pt x="100311" y="5580893"/>
                </a:cubicBezTo>
                <a:lnTo>
                  <a:pt x="0" y="5470524"/>
                </a:lnTo>
                <a:lnTo>
                  <a:pt x="0" y="1387476"/>
                </a:lnTo>
                <a:lnTo>
                  <a:pt x="100311" y="1277106"/>
                </a:lnTo>
                <a:cubicBezTo>
                  <a:pt x="651028" y="726388"/>
                  <a:pt x="1411838" y="385763"/>
                  <a:pt x="2252205" y="385763"/>
                </a:cubicBezTo>
                <a:close/>
                <a:moveTo>
                  <a:pt x="2252205" y="0"/>
                </a:moveTo>
                <a:cubicBezTo>
                  <a:pt x="4145989" y="0"/>
                  <a:pt x="5681204" y="1535215"/>
                  <a:pt x="5681204" y="3429000"/>
                </a:cubicBezTo>
                <a:cubicBezTo>
                  <a:pt x="5681204" y="4612615"/>
                  <a:pt x="5081511" y="5656164"/>
                  <a:pt x="4169391" y="6272380"/>
                </a:cubicBezTo>
                <a:lnTo>
                  <a:pt x="4090458" y="6320333"/>
                </a:lnTo>
                <a:lnTo>
                  <a:pt x="3447569" y="6320333"/>
                </a:lnTo>
                <a:lnTo>
                  <a:pt x="3470138" y="6312073"/>
                </a:lnTo>
                <a:cubicBezTo>
                  <a:pt x="4593170" y="5837070"/>
                  <a:pt x="5381167" y="4725058"/>
                  <a:pt x="5381167" y="3429000"/>
                </a:cubicBezTo>
                <a:cubicBezTo>
                  <a:pt x="5381167" y="1700922"/>
                  <a:pt x="3980282" y="300038"/>
                  <a:pt x="2252205" y="300038"/>
                </a:cubicBezTo>
                <a:cubicBezTo>
                  <a:pt x="1388166" y="300038"/>
                  <a:pt x="605925" y="650259"/>
                  <a:pt x="39695" y="1216490"/>
                </a:cubicBezTo>
                <a:lnTo>
                  <a:pt x="0" y="1260165"/>
                </a:lnTo>
                <a:lnTo>
                  <a:pt x="0" y="847584"/>
                </a:lnTo>
                <a:lnTo>
                  <a:pt x="71042" y="783017"/>
                </a:lnTo>
                <a:cubicBezTo>
                  <a:pt x="663776" y="293850"/>
                  <a:pt x="1423674" y="0"/>
                  <a:pt x="225220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26" name="Freeform: Shape 2225">
            <a:extLst>
              <a:ext uri="{FF2B5EF4-FFF2-40B4-BE49-F238E27FC236}">
                <a16:creationId xmlns:a16="http://schemas.microsoft.com/office/drawing/2014/main" id="{A4D0672D-43C7-420C-A186-48122D7CD5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7667"/>
            <a:ext cx="5681204" cy="6320333"/>
          </a:xfrm>
          <a:custGeom>
            <a:avLst/>
            <a:gdLst>
              <a:gd name="connsiteX0" fmla="*/ 0 w 5681204"/>
              <a:gd name="connsiteY0" fmla="*/ 5597835 h 6320333"/>
              <a:gd name="connsiteX1" fmla="*/ 39695 w 5681204"/>
              <a:gd name="connsiteY1" fmla="*/ 5641510 h 6320333"/>
              <a:gd name="connsiteX2" fmla="*/ 1034272 w 5681204"/>
              <a:gd name="connsiteY2" fmla="*/ 6312073 h 6320333"/>
              <a:gd name="connsiteX3" fmla="*/ 1056841 w 5681204"/>
              <a:gd name="connsiteY3" fmla="*/ 6320333 h 6320333"/>
              <a:gd name="connsiteX4" fmla="*/ 413612 w 5681204"/>
              <a:gd name="connsiteY4" fmla="*/ 6320333 h 6320333"/>
              <a:gd name="connsiteX5" fmla="*/ 300961 w 5681204"/>
              <a:gd name="connsiteY5" fmla="*/ 6249073 h 6320333"/>
              <a:gd name="connsiteX6" fmla="*/ 71042 w 5681204"/>
              <a:gd name="connsiteY6" fmla="*/ 6074983 h 6320333"/>
              <a:gd name="connsiteX7" fmla="*/ 0 w 5681204"/>
              <a:gd name="connsiteY7" fmla="*/ 6010415 h 6320333"/>
              <a:gd name="connsiteX8" fmla="*/ 2252205 w 5681204"/>
              <a:gd name="connsiteY8" fmla="*/ 385763 h 6320333"/>
              <a:gd name="connsiteX9" fmla="*/ 5295442 w 5681204"/>
              <a:gd name="connsiteY9" fmla="*/ 3429000 h 6320333"/>
              <a:gd name="connsiteX10" fmla="*/ 3436771 w 5681204"/>
              <a:gd name="connsiteY10" fmla="*/ 6233085 h 6320333"/>
              <a:gd name="connsiteX11" fmla="*/ 3198390 w 5681204"/>
              <a:gd name="connsiteY11" fmla="*/ 6320333 h 6320333"/>
              <a:gd name="connsiteX12" fmla="*/ 1306021 w 5681204"/>
              <a:gd name="connsiteY12" fmla="*/ 6320333 h 6320333"/>
              <a:gd name="connsiteX13" fmla="*/ 1067639 w 5681204"/>
              <a:gd name="connsiteY13" fmla="*/ 6233085 h 6320333"/>
              <a:gd name="connsiteX14" fmla="*/ 100311 w 5681204"/>
              <a:gd name="connsiteY14" fmla="*/ 5580893 h 6320333"/>
              <a:gd name="connsiteX15" fmla="*/ 0 w 5681204"/>
              <a:gd name="connsiteY15" fmla="*/ 5470524 h 6320333"/>
              <a:gd name="connsiteX16" fmla="*/ 0 w 5681204"/>
              <a:gd name="connsiteY16" fmla="*/ 1387476 h 6320333"/>
              <a:gd name="connsiteX17" fmla="*/ 100311 w 5681204"/>
              <a:gd name="connsiteY17" fmla="*/ 1277106 h 6320333"/>
              <a:gd name="connsiteX18" fmla="*/ 2252205 w 5681204"/>
              <a:gd name="connsiteY18" fmla="*/ 385763 h 6320333"/>
              <a:gd name="connsiteX19" fmla="*/ 2252205 w 5681204"/>
              <a:gd name="connsiteY19" fmla="*/ 0 h 6320333"/>
              <a:gd name="connsiteX20" fmla="*/ 5681204 w 5681204"/>
              <a:gd name="connsiteY20" fmla="*/ 3429000 h 6320333"/>
              <a:gd name="connsiteX21" fmla="*/ 4169391 w 5681204"/>
              <a:gd name="connsiteY21" fmla="*/ 6272380 h 6320333"/>
              <a:gd name="connsiteX22" fmla="*/ 4090458 w 5681204"/>
              <a:gd name="connsiteY22" fmla="*/ 6320333 h 6320333"/>
              <a:gd name="connsiteX23" fmla="*/ 3447569 w 5681204"/>
              <a:gd name="connsiteY23" fmla="*/ 6320333 h 6320333"/>
              <a:gd name="connsiteX24" fmla="*/ 3470138 w 5681204"/>
              <a:gd name="connsiteY24" fmla="*/ 6312073 h 6320333"/>
              <a:gd name="connsiteX25" fmla="*/ 5381167 w 5681204"/>
              <a:gd name="connsiteY25" fmla="*/ 3429000 h 6320333"/>
              <a:gd name="connsiteX26" fmla="*/ 2252205 w 5681204"/>
              <a:gd name="connsiteY26" fmla="*/ 300038 h 6320333"/>
              <a:gd name="connsiteX27" fmla="*/ 39695 w 5681204"/>
              <a:gd name="connsiteY27" fmla="*/ 1216490 h 6320333"/>
              <a:gd name="connsiteX28" fmla="*/ 0 w 5681204"/>
              <a:gd name="connsiteY28" fmla="*/ 1260165 h 6320333"/>
              <a:gd name="connsiteX29" fmla="*/ 0 w 5681204"/>
              <a:gd name="connsiteY29" fmla="*/ 847584 h 6320333"/>
              <a:gd name="connsiteX30" fmla="*/ 71042 w 5681204"/>
              <a:gd name="connsiteY30" fmla="*/ 783017 h 6320333"/>
              <a:gd name="connsiteX31" fmla="*/ 2252205 w 5681204"/>
              <a:gd name="connsiteY31" fmla="*/ 0 h 6320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5681204" h="6320333">
                <a:moveTo>
                  <a:pt x="0" y="5597835"/>
                </a:moveTo>
                <a:lnTo>
                  <a:pt x="39695" y="5641510"/>
                </a:lnTo>
                <a:cubicBezTo>
                  <a:pt x="322810" y="5924626"/>
                  <a:pt x="659928" y="6153739"/>
                  <a:pt x="1034272" y="6312073"/>
                </a:cubicBezTo>
                <a:lnTo>
                  <a:pt x="1056841" y="6320333"/>
                </a:lnTo>
                <a:lnTo>
                  <a:pt x="413612" y="6320333"/>
                </a:lnTo>
                <a:lnTo>
                  <a:pt x="300961" y="6249073"/>
                </a:lnTo>
                <a:cubicBezTo>
                  <a:pt x="221838" y="6194223"/>
                  <a:pt x="145134" y="6136129"/>
                  <a:pt x="71042" y="6074983"/>
                </a:cubicBezTo>
                <a:lnTo>
                  <a:pt x="0" y="6010415"/>
                </a:lnTo>
                <a:close/>
                <a:moveTo>
                  <a:pt x="2252205" y="385763"/>
                </a:moveTo>
                <a:cubicBezTo>
                  <a:pt x="3932939" y="385763"/>
                  <a:pt x="5295442" y="1748266"/>
                  <a:pt x="5295442" y="3429000"/>
                </a:cubicBezTo>
                <a:cubicBezTo>
                  <a:pt x="5295442" y="4689551"/>
                  <a:pt x="4529034" y="5771096"/>
                  <a:pt x="3436771" y="6233085"/>
                </a:cubicBezTo>
                <a:lnTo>
                  <a:pt x="3198390" y="6320333"/>
                </a:lnTo>
                <a:lnTo>
                  <a:pt x="1306021" y="6320333"/>
                </a:lnTo>
                <a:lnTo>
                  <a:pt x="1067639" y="6233085"/>
                </a:lnTo>
                <a:cubicBezTo>
                  <a:pt x="703552" y="6079088"/>
                  <a:pt x="375670" y="5856252"/>
                  <a:pt x="100311" y="5580893"/>
                </a:cubicBezTo>
                <a:lnTo>
                  <a:pt x="0" y="5470524"/>
                </a:lnTo>
                <a:lnTo>
                  <a:pt x="0" y="1387476"/>
                </a:lnTo>
                <a:lnTo>
                  <a:pt x="100311" y="1277106"/>
                </a:lnTo>
                <a:cubicBezTo>
                  <a:pt x="651028" y="726388"/>
                  <a:pt x="1411838" y="385763"/>
                  <a:pt x="2252205" y="385763"/>
                </a:cubicBezTo>
                <a:close/>
                <a:moveTo>
                  <a:pt x="2252205" y="0"/>
                </a:moveTo>
                <a:cubicBezTo>
                  <a:pt x="4145989" y="0"/>
                  <a:pt x="5681204" y="1535215"/>
                  <a:pt x="5681204" y="3429000"/>
                </a:cubicBezTo>
                <a:cubicBezTo>
                  <a:pt x="5681204" y="4612615"/>
                  <a:pt x="5081511" y="5656164"/>
                  <a:pt x="4169391" y="6272380"/>
                </a:cubicBezTo>
                <a:lnTo>
                  <a:pt x="4090458" y="6320333"/>
                </a:lnTo>
                <a:lnTo>
                  <a:pt x="3447569" y="6320333"/>
                </a:lnTo>
                <a:lnTo>
                  <a:pt x="3470138" y="6312073"/>
                </a:lnTo>
                <a:cubicBezTo>
                  <a:pt x="4593170" y="5837070"/>
                  <a:pt x="5381167" y="4725058"/>
                  <a:pt x="5381167" y="3429000"/>
                </a:cubicBezTo>
                <a:cubicBezTo>
                  <a:pt x="5381167" y="1700922"/>
                  <a:pt x="3980282" y="300038"/>
                  <a:pt x="2252205" y="300038"/>
                </a:cubicBezTo>
                <a:cubicBezTo>
                  <a:pt x="1388166" y="300038"/>
                  <a:pt x="605925" y="650259"/>
                  <a:pt x="39695" y="1216490"/>
                </a:cubicBezTo>
                <a:lnTo>
                  <a:pt x="0" y="1260165"/>
                </a:lnTo>
                <a:lnTo>
                  <a:pt x="0" y="847584"/>
                </a:lnTo>
                <a:lnTo>
                  <a:pt x="71042" y="783017"/>
                </a:lnTo>
                <a:cubicBezTo>
                  <a:pt x="663776" y="293850"/>
                  <a:pt x="1423674" y="0"/>
                  <a:pt x="2252205" y="0"/>
                </a:cubicBezTo>
                <a:close/>
              </a:path>
            </a:pathLst>
          </a:custGeom>
          <a:blipFill dpi="0" rotWithShape="1">
            <a:blip r:embed="rId7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06053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1">
            <a:extLst>
              <a:ext uri="{FF2B5EF4-FFF2-40B4-BE49-F238E27FC236}">
                <a16:creationId xmlns:a16="http://schemas.microsoft.com/office/drawing/2014/main" id="{F66E997C-1D9F-2B6F-D1AD-A745AAD35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84502" y="1189412"/>
            <a:ext cx="10222994" cy="1691782"/>
          </a:xfrm>
          <a:prstGeom prst="rect">
            <a:avLst/>
          </a:prstGeom>
          <a:noFill/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F9D470-EA71-2821-4553-A46D29823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456" y="4162031"/>
            <a:ext cx="4543683" cy="1767141"/>
          </a:xfrm>
        </p:spPr>
        <p:txBody>
          <a:bodyPr>
            <a:normAutofit/>
          </a:bodyPr>
          <a:lstStyle/>
          <a:p>
            <a:pPr algn="r"/>
            <a:r>
              <a:rPr lang="el-GR" sz="3800" b="0" i="0" err="1">
                <a:effectLst/>
                <a:latin typeface="var(--font-fk-grotesk)"/>
              </a:rPr>
              <a:t>ΠεριγραφικΑ</a:t>
            </a:r>
            <a:r>
              <a:rPr lang="el-GR" sz="3800" b="0" i="0">
                <a:effectLst/>
                <a:latin typeface="var(--font-fk-grotesk)"/>
              </a:rPr>
              <a:t> </a:t>
            </a:r>
            <a:r>
              <a:rPr lang="el-GR" sz="3800" b="0" i="0" err="1">
                <a:effectLst/>
                <a:latin typeface="var(--font-fk-grotesk)"/>
              </a:rPr>
              <a:t>ΣτατιστικΑ</a:t>
            </a:r>
            <a:r>
              <a:rPr lang="el-GR" sz="3800" b="0" i="0">
                <a:effectLst/>
                <a:latin typeface="var(--font-fk-grotesk)"/>
              </a:rPr>
              <a:t>: </a:t>
            </a:r>
            <a:r>
              <a:rPr lang="el-GR" sz="3800" b="0" i="0" err="1">
                <a:effectLst/>
                <a:latin typeface="var(--font-fk-grotesk)"/>
              </a:rPr>
              <a:t>ΚΕρδος</a:t>
            </a:r>
            <a:r>
              <a:rPr lang="el-GR" sz="3800" b="0" i="0">
                <a:effectLst/>
                <a:latin typeface="var(--font-fk-grotesk)"/>
              </a:rPr>
              <a:t> και </a:t>
            </a:r>
            <a:r>
              <a:rPr lang="el-GR" sz="3800" b="0" i="0" err="1">
                <a:effectLst/>
                <a:latin typeface="var(--font-fk-grotesk)"/>
              </a:rPr>
              <a:t>ΕκπτΩσεις</a:t>
            </a:r>
            <a:endParaRPr lang="el-GR" sz="3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DA0332D-4881-D2B9-DA40-013C447C09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0444658"/>
              </p:ext>
            </p:extLst>
          </p:nvPr>
        </p:nvGraphicFramePr>
        <p:xfrm>
          <a:off x="6217920" y="4170410"/>
          <a:ext cx="4699221" cy="1767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579887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A841-4373-3BF6-B9C9-21CABF63F2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b="0" i="0" dirty="0">
                <a:effectLst/>
              </a:rPr>
              <a:t>Dashboards </a:t>
            </a:r>
            <a:r>
              <a:rPr lang="el-GR" b="0" i="0" dirty="0" err="1">
                <a:effectLst/>
              </a:rPr>
              <a:t>ΠωλΗσεων</a:t>
            </a:r>
            <a:r>
              <a:rPr lang="el-GR" b="0" i="0" dirty="0">
                <a:effectLst/>
              </a:rPr>
              <a:t> και </a:t>
            </a:r>
            <a:r>
              <a:rPr lang="el-GR" b="0" i="0" dirty="0" err="1">
                <a:effectLst/>
              </a:rPr>
              <a:t>ΚερδΩν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0F0B-3317-A65B-9EDC-99A27AB4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l-GR" dirty="0"/>
              <a:t>Σημαντικοί δείκτες</a:t>
            </a:r>
            <a:r>
              <a:rPr lang="en-US" dirty="0"/>
              <a:t> </a:t>
            </a:r>
            <a:r>
              <a:rPr lang="el-GR" dirty="0"/>
              <a:t>απόδοσης</a:t>
            </a:r>
          </a:p>
          <a:p>
            <a:pPr marL="0" indent="0">
              <a:buNone/>
            </a:pPr>
            <a:endParaRPr lang="el-GR" b="0" i="0" dirty="0">
              <a:effectLst/>
            </a:endParaRPr>
          </a:p>
          <a:p>
            <a:endParaRPr lang="el-G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0A8B62-C68B-DD4E-4B58-299830698815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6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09660" y="1159659"/>
            <a:ext cx="7115397" cy="1439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E4C6B2E-5353-B023-15BE-A0EE9BB6D9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773" y="2823719"/>
            <a:ext cx="6801446" cy="552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231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10">
            <a:extLst>
              <a:ext uri="{FF2B5EF4-FFF2-40B4-BE49-F238E27FC236}">
                <a16:creationId xmlns:a16="http://schemas.microsoft.com/office/drawing/2014/main" id="{EC78E3E1-BBBA-4058-AAEB-714F04B0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26" name="Oval 11">
              <a:extLst>
                <a:ext uri="{FF2B5EF4-FFF2-40B4-BE49-F238E27FC236}">
                  <a16:creationId xmlns:a16="http://schemas.microsoft.com/office/drawing/2014/main" id="{86860FA5-CE2B-4019-8FD1-031D7D84E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7" name="Oval 12">
              <a:extLst>
                <a:ext uri="{FF2B5EF4-FFF2-40B4-BE49-F238E27FC236}">
                  <a16:creationId xmlns:a16="http://schemas.microsoft.com/office/drawing/2014/main" id="{392DF474-2C37-4DC7-B889-E88EAADEA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A841-4373-3BF6-B9C9-21CABF63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58482" y="4507780"/>
            <a:ext cx="6156790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600" b="0" i="0" dirty="0">
                <a:effectLst/>
              </a:rPr>
              <a:t>Dashboards </a:t>
            </a:r>
            <a:r>
              <a:rPr lang="en-US" sz="4600" b="0" i="0" dirty="0" err="1">
                <a:effectLst/>
              </a:rPr>
              <a:t>Πωλ</a:t>
            </a:r>
            <a:r>
              <a:rPr lang="el-GR" sz="4600" b="0" i="0" dirty="0">
                <a:effectLst/>
              </a:rPr>
              <a:t>Η</a:t>
            </a:r>
            <a:r>
              <a:rPr lang="en-US" sz="4600" b="0" i="0" dirty="0" err="1">
                <a:effectLst/>
              </a:rPr>
              <a:t>σεων</a:t>
            </a:r>
            <a:r>
              <a:rPr lang="en-US" sz="4600" b="0" i="0" dirty="0">
                <a:effectLst/>
              </a:rPr>
              <a:t> </a:t>
            </a:r>
            <a:r>
              <a:rPr lang="en-US" sz="4600" b="0" i="0" dirty="0" err="1">
                <a:effectLst/>
              </a:rPr>
              <a:t>κ</a:t>
            </a:r>
            <a:r>
              <a:rPr lang="en-US" sz="4600" b="0" i="0" dirty="0">
                <a:effectLst/>
              </a:rPr>
              <a:t>α</a:t>
            </a:r>
            <a:r>
              <a:rPr lang="en-US" sz="4600" b="0" i="0" dirty="0" err="1">
                <a:effectLst/>
              </a:rPr>
              <a:t>ι</a:t>
            </a:r>
            <a:r>
              <a:rPr lang="en-US" sz="4600" b="0" i="0" dirty="0">
                <a:effectLst/>
              </a:rPr>
              <a:t> </a:t>
            </a:r>
            <a:r>
              <a:rPr lang="en-US" sz="4600" b="0" i="0" dirty="0" err="1">
                <a:effectLst/>
              </a:rPr>
              <a:t>Κερδ</a:t>
            </a:r>
            <a:r>
              <a:rPr lang="el-GR" sz="4600" b="0" i="0" dirty="0">
                <a:effectLst/>
              </a:rPr>
              <a:t>Ω</a:t>
            </a:r>
            <a:r>
              <a:rPr lang="en-US" sz="4600" b="0" i="0" dirty="0" err="1">
                <a:effectLst/>
              </a:rPr>
              <a:t>ν</a:t>
            </a:r>
            <a:endParaRPr lang="en-US" sz="4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0F0B-3317-A65B-9EDC-99A27AB4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32630" y="5915969"/>
            <a:ext cx="3703321" cy="171719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b="0" i="0" dirty="0" err="1">
                <a:solidFill>
                  <a:schemeClr val="tx1"/>
                </a:solidFill>
                <a:effectLst/>
              </a:rPr>
              <a:t>Πωλήσεις</a:t>
            </a:r>
            <a:r>
              <a:rPr lang="en-US" b="0" i="0" dirty="0">
                <a:solidFill>
                  <a:schemeClr val="tx1"/>
                </a:solidFill>
                <a:effectLst/>
              </a:rPr>
              <a:t> και 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Κέρδη</a:t>
            </a:r>
            <a:r>
              <a:rPr lang="en-US" b="0" i="0" dirty="0">
                <a:solidFill>
                  <a:schemeClr val="tx1"/>
                </a:solidFill>
                <a:effectLst/>
              </a:rPr>
              <a:t> α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νά</a:t>
            </a:r>
            <a:r>
              <a:rPr lang="en-US" b="0" i="0" dirty="0">
                <a:solidFill>
                  <a:schemeClr val="tx1"/>
                </a:solidFill>
                <a:effectLst/>
              </a:rPr>
              <a:t> π</a:t>
            </a:r>
            <a:r>
              <a:rPr lang="en-US" b="0" i="0" dirty="0" err="1">
                <a:solidFill>
                  <a:schemeClr val="tx1"/>
                </a:solidFill>
                <a:effectLst/>
              </a:rPr>
              <a:t>εριοχή</a:t>
            </a:r>
            <a:endParaRPr lang="en-US" b="0" i="0" dirty="0">
              <a:solidFill>
                <a:schemeClr val="tx1"/>
              </a:solidFill>
              <a:effectLst/>
            </a:endParaRPr>
          </a:p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endParaRPr lang="en-US" b="0" i="0" dirty="0">
              <a:solidFill>
                <a:schemeClr val="tx1"/>
              </a:solidFill>
              <a:effectLst/>
            </a:endParaRPr>
          </a:p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endParaRPr lang="en-US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8" name="Rectangle 14">
            <a:extLst>
              <a:ext uri="{FF2B5EF4-FFF2-40B4-BE49-F238E27FC236}">
                <a16:creationId xmlns:a16="http://schemas.microsoft.com/office/drawing/2014/main" id="{CAC6F186-990E-4A9E-9C75-88580953E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4431215"/>
            <a:ext cx="10058400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4" name="Picture 4">
            <a:extLst>
              <a:ext uri="{FF2B5EF4-FFF2-40B4-BE49-F238E27FC236}">
                <a16:creationId xmlns:a16="http://schemas.microsoft.com/office/drawing/2014/main" id="{64E282AD-231E-A6EF-26C2-A71CE364B5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9940" y="405133"/>
            <a:ext cx="5524500" cy="3987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67111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5">
            <a:lumMod val="50000"/>
            <a:alpha val="8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A841-4373-3BF6-B9C9-21CABF63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287" y="756958"/>
            <a:ext cx="2958718" cy="1903241"/>
          </a:xfrm>
        </p:spPr>
        <p:txBody>
          <a:bodyPr anchor="b">
            <a:normAutofit/>
          </a:bodyPr>
          <a:lstStyle/>
          <a:p>
            <a:r>
              <a:rPr lang="en-US" sz="3200" b="0" i="0" dirty="0">
                <a:effectLst/>
              </a:rPr>
              <a:t>DASHBOARDS </a:t>
            </a:r>
            <a:r>
              <a:rPr lang="el-GR" dirty="0"/>
              <a:t>ΠΩΛΗΣΕΩΝ ΚΑΙ ΚΕΡΔΩΝ</a:t>
            </a:r>
            <a:r>
              <a:rPr lang="el-GR" sz="3200" b="0" i="0" dirty="0">
                <a:effectLst/>
              </a:rPr>
              <a:t> ΑΝΑ ΠΕΡΙΟΧΗ</a:t>
            </a:r>
            <a:endParaRPr lang="el-GR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0F0B-3317-A65B-9EDC-99A27AB4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287" y="2767926"/>
            <a:ext cx="2664361" cy="661074"/>
          </a:xfrm>
          <a:solidFill>
            <a:srgbClr val="002060">
              <a:alpha val="30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l-GR" b="0" i="0" dirty="0">
                <a:effectLst/>
              </a:rPr>
              <a:t>Χάρτης ποσοστο</a:t>
            </a:r>
            <a:r>
              <a:rPr lang="el-GR" dirty="0"/>
              <a:t>ύ κέρδους </a:t>
            </a:r>
            <a:r>
              <a:rPr lang="el-GR" b="0" i="0" dirty="0">
                <a:effectLst/>
              </a:rPr>
              <a:t>ανά πολιτεία</a:t>
            </a:r>
          </a:p>
          <a:p>
            <a:endParaRPr lang="el-GR" b="0" i="0" dirty="0">
              <a:effectLst/>
            </a:endParaRPr>
          </a:p>
          <a:p>
            <a:endParaRPr lang="el-GR" dirty="0"/>
          </a:p>
        </p:txBody>
      </p:sp>
      <p:pic>
        <p:nvPicPr>
          <p:cNvPr id="3076" name="Picture 4" descr="A map of the united states with different colored squares&#10;&#10;Description automatically generated">
            <a:extLst>
              <a:ext uri="{FF2B5EF4-FFF2-40B4-BE49-F238E27FC236}">
                <a16:creationId xmlns:a16="http://schemas.microsoft.com/office/drawing/2014/main" id="{1C9BB691-661D-DCD3-4FDF-D5D62C7A1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3927" y="-1"/>
            <a:ext cx="6048073" cy="3417161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E12F7DEC-12AA-5E99-0E75-4267D71B3D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88712" y="0"/>
            <a:ext cx="2355215" cy="3314700"/>
          </a:xfrm>
          <a:prstGeom prst="rect">
            <a:avLst/>
          </a:prstGeom>
        </p:spPr>
      </p:pic>
      <p:pic>
        <p:nvPicPr>
          <p:cNvPr id="9" name="Picture 8" descr="A map of the united states&#10;&#10;Description automatically generated">
            <a:extLst>
              <a:ext uri="{FF2B5EF4-FFF2-40B4-BE49-F238E27FC236}">
                <a16:creationId xmlns:a16="http://schemas.microsoft.com/office/drawing/2014/main" id="{25F3EBFA-532F-C3BE-B0F2-882980AF4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5" t="7109" r="24391" b="1581"/>
          <a:stretch/>
        </p:blipFill>
        <p:spPr>
          <a:xfrm>
            <a:off x="3788712" y="3314700"/>
            <a:ext cx="4441046" cy="3543300"/>
          </a:xfrm>
          <a:prstGeom prst="rect">
            <a:avLst/>
          </a:prstGeom>
        </p:spPr>
      </p:pic>
      <p:pic>
        <p:nvPicPr>
          <p:cNvPr id="11" name="Picture 10" descr="A map of the united states with orange squares&#10;&#10;Description automatically generated">
            <a:extLst>
              <a:ext uri="{FF2B5EF4-FFF2-40B4-BE49-F238E27FC236}">
                <a16:creationId xmlns:a16="http://schemas.microsoft.com/office/drawing/2014/main" id="{CCF07834-D5E6-5510-4D35-178254AD4C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534" t="33917" r="22806" b="1314"/>
          <a:stretch/>
        </p:blipFill>
        <p:spPr>
          <a:xfrm>
            <a:off x="8229758" y="3314699"/>
            <a:ext cx="3962242" cy="354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409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62" name="Group 6161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6163" name="Oval 6162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  <p:sp>
          <p:nvSpPr>
            <p:cNvPr id="6164" name="Oval 6163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</p:grpSp>
      <p:sp useBgFill="1">
        <p:nvSpPr>
          <p:cNvPr id="6166" name="Rectangle 6165">
            <a:extLst>
              <a:ext uri="{FF2B5EF4-FFF2-40B4-BE49-F238E27FC236}">
                <a16:creationId xmlns:a16="http://schemas.microsoft.com/office/drawing/2014/main" id="{D8AFD15B-CF29-4306-884F-47675092F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FA841-4373-3BF6-B9C9-21CABF63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87544" y="1382165"/>
            <a:ext cx="4869179" cy="15179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0" i="0" dirty="0">
                <a:solidFill>
                  <a:srgbClr val="000000"/>
                </a:solidFill>
                <a:effectLst/>
              </a:rPr>
              <a:t>Dashboards </a:t>
            </a:r>
            <a:r>
              <a:rPr lang="en-US" sz="3700" b="0" i="0" dirty="0" err="1">
                <a:solidFill>
                  <a:srgbClr val="000000"/>
                </a:solidFill>
                <a:effectLst/>
              </a:rPr>
              <a:t>Πωλησεων</a:t>
            </a:r>
            <a:r>
              <a:rPr lang="en-US" sz="37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3700" b="0" i="0" dirty="0" err="1">
                <a:solidFill>
                  <a:srgbClr val="000000"/>
                </a:solidFill>
                <a:effectLst/>
              </a:rPr>
              <a:t>κ</a:t>
            </a:r>
            <a:r>
              <a:rPr lang="en-US" sz="3700" b="0" i="0" dirty="0">
                <a:solidFill>
                  <a:srgbClr val="000000"/>
                </a:solidFill>
                <a:effectLst/>
              </a:rPr>
              <a:t>α</a:t>
            </a:r>
            <a:r>
              <a:rPr lang="en-US" sz="3700" b="0" i="0" dirty="0" err="1">
                <a:solidFill>
                  <a:srgbClr val="000000"/>
                </a:solidFill>
                <a:effectLst/>
              </a:rPr>
              <a:t>ι</a:t>
            </a:r>
            <a:r>
              <a:rPr lang="en-US" sz="3700" b="0" i="0" dirty="0">
                <a:solidFill>
                  <a:srgbClr val="000000"/>
                </a:solidFill>
                <a:effectLst/>
              </a:rPr>
              <a:t> </a:t>
            </a:r>
            <a:r>
              <a:rPr lang="en-US" sz="3700" b="0" i="0" dirty="0" err="1">
                <a:solidFill>
                  <a:srgbClr val="000000"/>
                </a:solidFill>
                <a:effectLst/>
              </a:rPr>
              <a:t>Κερδων</a:t>
            </a:r>
            <a:endParaRPr lang="en-US" sz="3700" dirty="0">
              <a:solidFill>
                <a:srgbClr val="000000"/>
              </a:solidFill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9B6BD9C1-833F-7E24-647B-270792EA8A6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580" t="-37576" r="-41876" b="-3045"/>
          <a:stretch/>
        </p:blipFill>
        <p:spPr bwMode="auto">
          <a:xfrm>
            <a:off x="-9867" y="-614596"/>
            <a:ext cx="7025263" cy="7472598"/>
          </a:xfrm>
          <a:custGeom>
            <a:avLst/>
            <a:gdLst/>
            <a:ahLst/>
            <a:cxnLst/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68" name="Freeform: Shape 6167">
            <a:extLst>
              <a:ext uri="{FF2B5EF4-FFF2-40B4-BE49-F238E27FC236}">
                <a16:creationId xmlns:a16="http://schemas.microsoft.com/office/drawing/2014/main" id="{96349AB3-1BD3-41E1-8979-1DBDCB5CD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866" y="401980"/>
            <a:ext cx="6115733" cy="6456021"/>
          </a:xfrm>
          <a:custGeom>
            <a:avLst/>
            <a:gdLst>
              <a:gd name="connsiteX0" fmla="*/ 2259477 w 6115733"/>
              <a:gd name="connsiteY0" fmla="*/ 433395 h 6456021"/>
              <a:gd name="connsiteX1" fmla="*/ 5681904 w 6115733"/>
              <a:gd name="connsiteY1" fmla="*/ 3852396 h 6456021"/>
              <a:gd name="connsiteX2" fmla="*/ 4679499 w 6115733"/>
              <a:gd name="connsiteY2" fmla="*/ 6269995 h 6456021"/>
              <a:gd name="connsiteX3" fmla="*/ 4474613 w 6115733"/>
              <a:gd name="connsiteY3" fmla="*/ 6456021 h 6456021"/>
              <a:gd name="connsiteX4" fmla="*/ 44341 w 6115733"/>
              <a:gd name="connsiteY4" fmla="*/ 6456021 h 6456021"/>
              <a:gd name="connsiteX5" fmla="*/ 0 w 6115733"/>
              <a:gd name="connsiteY5" fmla="*/ 6415762 h 6456021"/>
              <a:gd name="connsiteX6" fmla="*/ 0 w 6115733"/>
              <a:gd name="connsiteY6" fmla="*/ 1289029 h 6456021"/>
              <a:gd name="connsiteX7" fmla="*/ 82495 w 6115733"/>
              <a:gd name="connsiteY7" fmla="*/ 1214128 h 6456021"/>
              <a:gd name="connsiteX8" fmla="*/ 2259477 w 6115733"/>
              <a:gd name="connsiteY8" fmla="*/ 433395 h 6456021"/>
              <a:gd name="connsiteX9" fmla="*/ 2259477 w 6115733"/>
              <a:gd name="connsiteY9" fmla="*/ 0 h 6456021"/>
              <a:gd name="connsiteX10" fmla="*/ 6115733 w 6115733"/>
              <a:gd name="connsiteY10" fmla="*/ 3852396 h 6456021"/>
              <a:gd name="connsiteX11" fmla="*/ 5235152 w 6115733"/>
              <a:gd name="connsiteY11" fmla="*/ 6302877 h 6456021"/>
              <a:gd name="connsiteX12" fmla="*/ 5095826 w 6115733"/>
              <a:gd name="connsiteY12" fmla="*/ 6456021 h 6456021"/>
              <a:gd name="connsiteX13" fmla="*/ 4617788 w 6115733"/>
              <a:gd name="connsiteY13" fmla="*/ 6456021 h 6456021"/>
              <a:gd name="connsiteX14" fmla="*/ 4747668 w 6115733"/>
              <a:gd name="connsiteY14" fmla="*/ 6338096 h 6456021"/>
              <a:gd name="connsiteX15" fmla="*/ 5778311 w 6115733"/>
              <a:gd name="connsiteY15" fmla="*/ 3852396 h 6456021"/>
              <a:gd name="connsiteX16" fmla="*/ 2259477 w 6115733"/>
              <a:gd name="connsiteY16" fmla="*/ 337085 h 6456021"/>
              <a:gd name="connsiteX17" fmla="*/ 21172 w 6115733"/>
              <a:gd name="connsiteY17" fmla="*/ 1139811 h 6456021"/>
              <a:gd name="connsiteX18" fmla="*/ 0 w 6115733"/>
              <a:gd name="connsiteY18" fmla="*/ 1159034 h 6456021"/>
              <a:gd name="connsiteX19" fmla="*/ 0 w 6115733"/>
              <a:gd name="connsiteY19" fmla="*/ 735177 h 6456021"/>
              <a:gd name="connsiteX20" fmla="*/ 103407 w 6115733"/>
              <a:gd name="connsiteY20" fmla="*/ 657929 h 6456021"/>
              <a:gd name="connsiteX21" fmla="*/ 2259477 w 6115733"/>
              <a:gd name="connsiteY21" fmla="*/ 0 h 6456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6115733" h="6456021">
                <a:moveTo>
                  <a:pt x="2259477" y="433395"/>
                </a:moveTo>
                <a:cubicBezTo>
                  <a:pt x="4149632" y="433395"/>
                  <a:pt x="5681904" y="1964133"/>
                  <a:pt x="5681904" y="3852396"/>
                </a:cubicBezTo>
                <a:cubicBezTo>
                  <a:pt x="5681904" y="4796527"/>
                  <a:pt x="5298836" y="5651278"/>
                  <a:pt x="4679499" y="6269995"/>
                </a:cubicBezTo>
                <a:lnTo>
                  <a:pt x="4474613" y="6456021"/>
                </a:lnTo>
                <a:lnTo>
                  <a:pt x="44341" y="6456021"/>
                </a:lnTo>
                <a:lnTo>
                  <a:pt x="0" y="6415762"/>
                </a:lnTo>
                <a:lnTo>
                  <a:pt x="0" y="1289029"/>
                </a:lnTo>
                <a:lnTo>
                  <a:pt x="82495" y="1214128"/>
                </a:lnTo>
                <a:cubicBezTo>
                  <a:pt x="674092" y="726388"/>
                  <a:pt x="1432534" y="433395"/>
                  <a:pt x="2259477" y="433395"/>
                </a:cubicBezTo>
                <a:close/>
                <a:moveTo>
                  <a:pt x="2259477" y="0"/>
                </a:moveTo>
                <a:cubicBezTo>
                  <a:pt x="4389229" y="0"/>
                  <a:pt x="6115733" y="1724776"/>
                  <a:pt x="6115733" y="3852396"/>
                </a:cubicBezTo>
                <a:cubicBezTo>
                  <a:pt x="6115733" y="4783230"/>
                  <a:pt x="5785270" y="5636956"/>
                  <a:pt x="5235152" y="6302877"/>
                </a:cubicBezTo>
                <a:lnTo>
                  <a:pt x="5095826" y="6456021"/>
                </a:lnTo>
                <a:lnTo>
                  <a:pt x="4617788" y="6456021"/>
                </a:lnTo>
                <a:lnTo>
                  <a:pt x="4747668" y="6338096"/>
                </a:lnTo>
                <a:cubicBezTo>
                  <a:pt x="5384452" y="5701950"/>
                  <a:pt x="5778311" y="4823122"/>
                  <a:pt x="5778311" y="3852396"/>
                </a:cubicBezTo>
                <a:cubicBezTo>
                  <a:pt x="5778311" y="1910944"/>
                  <a:pt x="4202875" y="337085"/>
                  <a:pt x="2259477" y="337085"/>
                </a:cubicBezTo>
                <a:cubicBezTo>
                  <a:pt x="1409240" y="337085"/>
                  <a:pt x="629434" y="638331"/>
                  <a:pt x="21172" y="1139811"/>
                </a:cubicBezTo>
                <a:lnTo>
                  <a:pt x="0" y="1159034"/>
                </a:lnTo>
                <a:lnTo>
                  <a:pt x="0" y="735177"/>
                </a:lnTo>
                <a:lnTo>
                  <a:pt x="103407" y="657929"/>
                </a:lnTo>
                <a:cubicBezTo>
                  <a:pt x="718869" y="242547"/>
                  <a:pt x="1460820" y="0"/>
                  <a:pt x="2259477" y="0"/>
                </a:cubicBezTo>
                <a:close/>
              </a:path>
            </a:pathLst>
          </a:custGeom>
          <a:blipFill dpi="0" rotWithShape="1">
            <a:blip r:embed="rId5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0F0B-3317-A65B-9EDC-99A27AB4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87545" y="3007389"/>
            <a:ext cx="4869179" cy="306586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800" b="0" i="0">
                <a:solidFill>
                  <a:srgbClr val="000000"/>
                </a:solidFill>
                <a:effectLst/>
              </a:rPr>
              <a:t>Σύνολο Ποσότητας Πωλήσεων ανά υποκατηγορία προϊόντος και πολιτείας </a:t>
            </a:r>
          </a:p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 b="0" i="0">
              <a:solidFill>
                <a:srgbClr val="000000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>
              <a:solidFill>
                <a:srgbClr val="000000"/>
              </a:solidFill>
            </a:endParaRPr>
          </a:p>
        </p:txBody>
      </p:sp>
      <p:grpSp>
        <p:nvGrpSpPr>
          <p:cNvPr id="6170" name="Group 6169">
            <a:extLst>
              <a:ext uri="{FF2B5EF4-FFF2-40B4-BE49-F238E27FC236}">
                <a16:creationId xmlns:a16="http://schemas.microsoft.com/office/drawing/2014/main" id="{54CA915D-BDF0-41F8-B00E-FB186EFF7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6171" name="Oval 6170">
              <a:extLst>
                <a:ext uri="{FF2B5EF4-FFF2-40B4-BE49-F238E27FC236}">
                  <a16:creationId xmlns:a16="http://schemas.microsoft.com/office/drawing/2014/main" id="{317AAC03-BF64-4E67-9032-3BD0249980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  <p:sp>
          <p:nvSpPr>
            <p:cNvPr id="6172" name="Oval 6171">
              <a:extLst>
                <a:ext uri="{FF2B5EF4-FFF2-40B4-BE49-F238E27FC236}">
                  <a16:creationId xmlns:a16="http://schemas.microsoft.com/office/drawing/2014/main" id="{1A131397-5A45-4344-9983-5E400A3EA5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</p:grpSp>
    </p:spTree>
    <p:extLst>
      <p:ext uri="{BB962C8B-B14F-4D97-AF65-F5344CB8AC3E}">
        <p14:creationId xmlns:p14="http://schemas.microsoft.com/office/powerpoint/2010/main" val="2687373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77" name="Group 7176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7178" name="Oval 7177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  <p:sp>
          <p:nvSpPr>
            <p:cNvPr id="7179" name="Oval 7178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</p:grpSp>
      <p:sp useBgFill="1">
        <p:nvSpPr>
          <p:cNvPr id="7181" name="Rectangle 7180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1D9CAE76-60E9-1467-9411-34F04FE0CB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043" r="-1" b="-1"/>
          <a:stretch/>
        </p:blipFill>
        <p:spPr bwMode="auto">
          <a:xfrm>
            <a:off x="1181047" y="313379"/>
            <a:ext cx="8999093" cy="5061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85" name="Rectangle 7184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5144" y="5475480"/>
            <a:ext cx="10222992" cy="896871"/>
          </a:xfrm>
          <a:prstGeom prst="rect">
            <a:avLst/>
          </a:prstGeom>
          <a:blipFill dpi="0" rotWithShape="1">
            <a:blip r:embed="rId6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FA841-4373-3BF6-B9C9-21CABF63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0657" y="5432419"/>
            <a:ext cx="3833257" cy="10258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400" b="0" i="0" dirty="0">
                <a:effectLst/>
              </a:rPr>
              <a:t>Dashboards </a:t>
            </a:r>
            <a:r>
              <a:rPr lang="en-US" sz="2400" b="0" i="0" dirty="0" err="1">
                <a:effectLst/>
              </a:rPr>
              <a:t>Πωλησεων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κ</a:t>
            </a:r>
            <a:r>
              <a:rPr lang="en-US" sz="2400" b="0" i="0" dirty="0">
                <a:effectLst/>
              </a:rPr>
              <a:t>α</a:t>
            </a:r>
            <a:r>
              <a:rPr lang="en-US" sz="2400" b="0" i="0" dirty="0" err="1">
                <a:effectLst/>
              </a:rPr>
              <a:t>ι</a:t>
            </a:r>
            <a:r>
              <a:rPr lang="en-US" sz="2400" b="0" i="0" dirty="0">
                <a:effectLst/>
              </a:rPr>
              <a:t> </a:t>
            </a:r>
            <a:r>
              <a:rPr lang="en-US" sz="2400" b="0" i="0" dirty="0" err="1">
                <a:effectLst/>
              </a:rPr>
              <a:t>Κερδων</a:t>
            </a:r>
            <a:endParaRPr lang="en-US" sz="2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0F0B-3317-A65B-9EDC-99A27AB4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67503" y="5675715"/>
            <a:ext cx="5870633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800" b="0" i="0" dirty="0" err="1">
                <a:solidFill>
                  <a:schemeClr val="tx1"/>
                </a:solidFill>
                <a:effectLst/>
              </a:rPr>
              <a:t>Κέρδη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α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νά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τύ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π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ο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π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ελάτη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κ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ι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κ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τηγορί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 π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ροϊόντος</a:t>
            </a:r>
            <a:endParaRPr lang="en-US" sz="1800" b="0" i="0" dirty="0">
              <a:solidFill>
                <a:schemeClr val="tx1"/>
              </a:solidFill>
              <a:effectLst/>
            </a:endParaRPr>
          </a:p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 b="0" i="0" dirty="0">
              <a:solidFill>
                <a:schemeClr val="tx1"/>
              </a:solidFill>
              <a:effectLst/>
            </a:endParaRPr>
          </a:p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7189" name="Oval 7188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7191" name="Oval 7190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0319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>
            <a:extLst>
              <a:ext uri="{FF2B5EF4-FFF2-40B4-BE49-F238E27FC236}">
                <a16:creationId xmlns:a16="http://schemas.microsoft.com/office/drawing/2014/main" id="{16DBFAD4-B5FC-442B-A283-381B01B19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9B649DC7-8769-4383-A6F2-8F366BA7A1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0C67FD53-2686-4E0E-BA49-976F78F9AA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CFA841-4373-3BF6-B9C9-21CABF63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14735" y="512064"/>
            <a:ext cx="3677264" cy="160934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0" i="0" dirty="0">
                <a:effectLst/>
              </a:rPr>
              <a:t>Dashboards </a:t>
            </a:r>
            <a:r>
              <a:rPr lang="en-US" sz="3600" b="0" i="0" dirty="0" err="1">
                <a:effectLst/>
              </a:rPr>
              <a:t>Πωλησεων</a:t>
            </a:r>
            <a:r>
              <a:rPr lang="en-US" sz="3600" b="0" i="0" dirty="0">
                <a:effectLst/>
              </a:rPr>
              <a:t> </a:t>
            </a:r>
            <a:r>
              <a:rPr lang="en-US" sz="3600" b="0" i="0" dirty="0" err="1">
                <a:effectLst/>
              </a:rPr>
              <a:t>κ</a:t>
            </a:r>
            <a:r>
              <a:rPr lang="en-US" sz="3600" b="0" i="0" dirty="0">
                <a:effectLst/>
              </a:rPr>
              <a:t>α</a:t>
            </a:r>
            <a:r>
              <a:rPr lang="en-US" sz="3600" b="0" i="0" dirty="0" err="1">
                <a:effectLst/>
              </a:rPr>
              <a:t>ι</a:t>
            </a:r>
            <a:r>
              <a:rPr lang="en-US" sz="3600" b="0" i="0" dirty="0">
                <a:effectLst/>
              </a:rPr>
              <a:t> </a:t>
            </a:r>
            <a:r>
              <a:rPr lang="en-US" sz="3600" b="0" i="0" dirty="0" err="1">
                <a:effectLst/>
              </a:rPr>
              <a:t>Κερδ</a:t>
            </a:r>
            <a:r>
              <a:rPr lang="en-US" sz="3600" b="0" dirty="0" err="1"/>
              <a:t>Ω</a:t>
            </a:r>
            <a:r>
              <a:rPr lang="en-US" sz="3600" b="0" i="0" dirty="0" err="1">
                <a:effectLst/>
              </a:rPr>
              <a:t>ν</a:t>
            </a:r>
            <a:endParaRPr lang="en-US" sz="3600" dirty="0"/>
          </a:p>
        </p:txBody>
      </p:sp>
      <p:pic>
        <p:nvPicPr>
          <p:cNvPr id="5" name="Εικόνα 4" descr="Εικόνα που περιέχει κείμενο, γράφημα, γραμμή, διάγραμμα&#10;&#10;Περιγραφή που δημιουργήθηκε αυτόματα">
            <a:extLst>
              <a:ext uri="{FF2B5EF4-FFF2-40B4-BE49-F238E27FC236}">
                <a16:creationId xmlns:a16="http://schemas.microsoft.com/office/drawing/2014/main" id="{E59A7338-F936-916E-49B0-52D608F2BAF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94" r="21879" b="-1"/>
          <a:stretch/>
        </p:blipFill>
        <p:spPr>
          <a:xfrm>
            <a:off x="633999" y="640080"/>
            <a:ext cx="6912217" cy="5588101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0F0B-3317-A65B-9EDC-99A27AB4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514736" y="2253357"/>
            <a:ext cx="3677263" cy="4092579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600" b="0" i="0" dirty="0" err="1">
                <a:solidFill>
                  <a:schemeClr val="tx1"/>
                </a:solidFill>
                <a:effectLst/>
              </a:rPr>
              <a:t>Πωλήσεις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chemeClr val="tx1"/>
                </a:solidFill>
                <a:effectLst/>
              </a:rPr>
              <a:t>κ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α</a:t>
            </a:r>
            <a:r>
              <a:rPr lang="en-US" sz="1600" b="0" i="0" dirty="0" err="1">
                <a:solidFill>
                  <a:schemeClr val="tx1"/>
                </a:solidFill>
                <a:effectLst/>
              </a:rPr>
              <a:t>ι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chemeClr val="tx1"/>
                </a:solidFill>
                <a:effectLst/>
              </a:rPr>
              <a:t>Κέρδη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 α</a:t>
            </a:r>
            <a:r>
              <a:rPr lang="en-US" sz="1600" b="0" i="0" dirty="0" err="1">
                <a:solidFill>
                  <a:schemeClr val="tx1"/>
                </a:solidFill>
                <a:effectLst/>
              </a:rPr>
              <a:t>νά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600" dirty="0" err="1">
                <a:solidFill>
                  <a:schemeClr val="tx1"/>
                </a:solidFill>
              </a:rPr>
              <a:t>μήν</a:t>
            </a:r>
            <a:r>
              <a:rPr lang="en-US" sz="1600" dirty="0">
                <a:solidFill>
                  <a:schemeClr val="tx1"/>
                </a:solidFill>
              </a:rPr>
              <a:t>α</a:t>
            </a:r>
            <a:endParaRPr lang="en-US" sz="1600" b="0" i="0" dirty="0">
              <a:solidFill>
                <a:schemeClr val="tx1"/>
              </a:solidFill>
              <a:effectLst/>
            </a:endParaRPr>
          </a:p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600" b="0" i="0" dirty="0">
              <a:solidFill>
                <a:schemeClr val="tx1"/>
              </a:solidFill>
              <a:effectLst/>
            </a:endParaRPr>
          </a:p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600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600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607986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43">
            <a:extLst>
              <a:ext uri="{FF2B5EF4-FFF2-40B4-BE49-F238E27FC236}">
                <a16:creationId xmlns:a16="http://schemas.microsoft.com/office/drawing/2014/main" id="{01C40124-1649-4FF2-8F64-C8284EB9F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59" name="Oval 44">
              <a:extLst>
                <a:ext uri="{FF2B5EF4-FFF2-40B4-BE49-F238E27FC236}">
                  <a16:creationId xmlns:a16="http://schemas.microsoft.com/office/drawing/2014/main" id="{086727CD-9977-4B25-9516-2B6E06AAA6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60" name="Oval 45">
              <a:extLst>
                <a:ext uri="{FF2B5EF4-FFF2-40B4-BE49-F238E27FC236}">
                  <a16:creationId xmlns:a16="http://schemas.microsoft.com/office/drawing/2014/main" id="{219F4D31-E06B-4B98-A1F1-A29AFCBDD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61" name="Rectangle 47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" panose="02060603020205020403"/>
              <a:ea typeface="+mn-ea"/>
              <a:cs typeface="+mn-cs"/>
            </a:endParaRPr>
          </a:p>
        </p:txBody>
      </p:sp>
      <p:sp>
        <p:nvSpPr>
          <p:cNvPr id="63" name="Rectangle 51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5028786"/>
            <a:ext cx="10222992" cy="1203095"/>
          </a:xfrm>
          <a:prstGeom prst="rect">
            <a:avLst/>
          </a:prstGeom>
          <a:blipFill dpi="0" rotWithShape="1">
            <a:blip r:embed="rId5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FA841-4373-3BF6-B9C9-21CABF63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3044" y="4746762"/>
            <a:ext cx="4543683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800" b="0" i="0" dirty="0">
                <a:effectLst/>
              </a:rPr>
              <a:t>Dashboards </a:t>
            </a:r>
            <a:r>
              <a:rPr lang="en-US" sz="2800" b="0" i="0" dirty="0" err="1">
                <a:effectLst/>
              </a:rPr>
              <a:t>Πωλησεων</a:t>
            </a:r>
            <a:r>
              <a:rPr lang="en-US" sz="2800" b="0" i="0" dirty="0">
                <a:effectLst/>
              </a:rPr>
              <a:t> </a:t>
            </a:r>
            <a:r>
              <a:rPr lang="en-US" sz="2800" b="0" i="0" dirty="0" err="1">
                <a:effectLst/>
              </a:rPr>
              <a:t>κ</a:t>
            </a:r>
            <a:r>
              <a:rPr lang="en-US" sz="2800" b="0" i="0" dirty="0">
                <a:effectLst/>
              </a:rPr>
              <a:t>α</a:t>
            </a:r>
            <a:r>
              <a:rPr lang="en-US" sz="2800" b="0" i="0" dirty="0" err="1">
                <a:effectLst/>
              </a:rPr>
              <a:t>ι</a:t>
            </a:r>
            <a:r>
              <a:rPr lang="en-US" sz="2800" b="0" i="0" dirty="0">
                <a:effectLst/>
              </a:rPr>
              <a:t> </a:t>
            </a:r>
            <a:r>
              <a:rPr lang="en-US" sz="2800" b="0" i="0" dirty="0" err="1">
                <a:effectLst/>
              </a:rPr>
              <a:t>Κερδ</a:t>
            </a:r>
            <a:r>
              <a:rPr lang="el-GR" sz="2800" b="0" i="0" dirty="0">
                <a:effectLst/>
              </a:rPr>
              <a:t>Ω</a:t>
            </a:r>
            <a:r>
              <a:rPr lang="en-US" sz="2800" b="0" i="0" dirty="0" err="1">
                <a:effectLst/>
              </a:rPr>
              <a:t>ν</a:t>
            </a:r>
            <a:endParaRPr lang="en-US" sz="2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0F0B-3317-A65B-9EDC-99A27AB4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95275" y="5153667"/>
            <a:ext cx="4403561" cy="10173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800" b="0" i="0" dirty="0" err="1">
                <a:solidFill>
                  <a:schemeClr val="tx1"/>
                </a:solidFill>
                <a:effectLst/>
              </a:rPr>
              <a:t>Πωλήσεις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κ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ι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Κέρδη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α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νά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κ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τηγορί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κ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ι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υ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π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οκ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τηγορί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</a:t>
            </a: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64" name="Rectangle 53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4D73A6C5-9A97-4EB1-335B-4EB3BA934AB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679" b="1"/>
          <a:stretch/>
        </p:blipFill>
        <p:spPr>
          <a:xfrm>
            <a:off x="857388" y="585907"/>
            <a:ext cx="5342227" cy="2843093"/>
          </a:xfrm>
          <a:prstGeom prst="rect">
            <a:avLst/>
          </a:prstGeom>
        </p:spPr>
      </p:pic>
      <p:pic>
        <p:nvPicPr>
          <p:cNvPr id="8" name="Εικόνα 7">
            <a:extLst>
              <a:ext uri="{FF2B5EF4-FFF2-40B4-BE49-F238E27FC236}">
                <a16:creationId xmlns:a16="http://schemas.microsoft.com/office/drawing/2014/main" id="{2DAB3BAE-01CE-F6B4-43FB-897BFEA83BC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-1" r="971"/>
          <a:stretch/>
        </p:blipFill>
        <p:spPr>
          <a:xfrm>
            <a:off x="6727397" y="312810"/>
            <a:ext cx="4480099" cy="465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2825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CFA841-4373-3BF6-B9C9-21CABF63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6840" y="348038"/>
            <a:ext cx="3544035" cy="1609344"/>
          </a:xfrm>
          <a:ln>
            <a:noFill/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700" b="0" i="0" dirty="0">
                <a:effectLst/>
              </a:rPr>
              <a:t>Dashboards </a:t>
            </a:r>
            <a:r>
              <a:rPr lang="en-US" sz="2700" b="0" i="0" dirty="0" err="1">
                <a:effectLst/>
              </a:rPr>
              <a:t>Τμ</a:t>
            </a:r>
            <a:r>
              <a:rPr lang="el-GR" sz="2700" b="0" i="0" dirty="0">
                <a:effectLst/>
              </a:rPr>
              <a:t>Η</a:t>
            </a:r>
            <a:r>
              <a:rPr lang="en-US" sz="2700" b="0" i="0" dirty="0" err="1">
                <a:effectLst/>
              </a:rPr>
              <a:t>μ</a:t>
            </a:r>
            <a:r>
              <a:rPr lang="en-US" sz="2700" b="0" i="0" dirty="0">
                <a:effectLst/>
              </a:rPr>
              <a:t>α</a:t>
            </a:r>
            <a:r>
              <a:rPr lang="en-US" sz="2700" b="0" i="0" dirty="0" err="1">
                <a:effectLst/>
              </a:rPr>
              <a:t>τ</a:t>
            </a:r>
            <a:r>
              <a:rPr lang="en-US" sz="2700" b="0" i="0" dirty="0">
                <a:effectLst/>
              </a:rPr>
              <a:t>α </a:t>
            </a:r>
            <a:r>
              <a:rPr lang="en-US" sz="2700" b="0" i="0" dirty="0" err="1">
                <a:effectLst/>
              </a:rPr>
              <a:t>κ</a:t>
            </a:r>
            <a:r>
              <a:rPr lang="en-US" sz="2700" b="0" i="0" dirty="0">
                <a:effectLst/>
              </a:rPr>
              <a:t>α</a:t>
            </a:r>
            <a:r>
              <a:rPr lang="en-US" sz="2700" b="0" i="0" dirty="0" err="1">
                <a:effectLst/>
              </a:rPr>
              <a:t>ι</a:t>
            </a:r>
            <a:r>
              <a:rPr lang="en-US" sz="2700" b="0" i="0" dirty="0">
                <a:effectLst/>
              </a:rPr>
              <a:t> π</a:t>
            </a:r>
            <a:r>
              <a:rPr lang="en-US" sz="2700" b="0" i="0" dirty="0" err="1">
                <a:effectLst/>
              </a:rPr>
              <a:t>ροτιμ</a:t>
            </a:r>
            <a:r>
              <a:rPr lang="el-GR" sz="2700" b="0" i="0" dirty="0">
                <a:effectLst/>
              </a:rPr>
              <a:t>Η</a:t>
            </a:r>
            <a:r>
              <a:rPr lang="en-US" sz="2700" b="0" i="0" dirty="0" err="1">
                <a:effectLst/>
              </a:rPr>
              <a:t>σεις</a:t>
            </a:r>
            <a:r>
              <a:rPr lang="en-US" sz="2700" b="0" i="0" dirty="0">
                <a:effectLst/>
              </a:rPr>
              <a:t> π</a:t>
            </a:r>
            <a:r>
              <a:rPr lang="en-US" sz="2700" b="0" i="0" dirty="0" err="1">
                <a:effectLst/>
              </a:rPr>
              <a:t>ελ</a:t>
            </a:r>
            <a:r>
              <a:rPr lang="en-US" sz="2700" b="0" i="0" dirty="0">
                <a:effectLst/>
              </a:rPr>
              <a:t>α</a:t>
            </a:r>
            <a:r>
              <a:rPr lang="en-US" sz="2700" b="0" i="0" dirty="0" err="1">
                <a:effectLst/>
              </a:rPr>
              <a:t>τ</a:t>
            </a:r>
            <a:r>
              <a:rPr lang="el-GR" sz="2700" b="0" i="0" dirty="0">
                <a:effectLst/>
              </a:rPr>
              <a:t>Ω</a:t>
            </a:r>
            <a:r>
              <a:rPr lang="en-US" sz="2700" b="0" i="0" dirty="0" err="1">
                <a:effectLst/>
              </a:rPr>
              <a:t>ν</a:t>
            </a:r>
            <a:endParaRPr lang="en-US" sz="27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0F0B-3317-A65B-9EDC-99A27AB4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96840" y="2121408"/>
            <a:ext cx="3544034" cy="4050792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600" b="0" i="0" dirty="0">
                <a:solidFill>
                  <a:schemeClr val="tx1"/>
                </a:solidFill>
                <a:effectLst/>
              </a:rPr>
              <a:t>Παρα</a:t>
            </a:r>
            <a:r>
              <a:rPr lang="en-US" sz="1600" b="0" i="0" dirty="0" err="1">
                <a:solidFill>
                  <a:schemeClr val="tx1"/>
                </a:solidFill>
                <a:effectLst/>
              </a:rPr>
              <a:t>γ</a:t>
            </a:r>
            <a:r>
              <a:rPr lang="en-US" sz="1600" dirty="0" err="1">
                <a:solidFill>
                  <a:schemeClr val="tx1"/>
                </a:solidFill>
              </a:rPr>
              <a:t>γ</a:t>
            </a:r>
            <a:r>
              <a:rPr lang="en-US" sz="1600" b="0" i="0" dirty="0" err="1">
                <a:solidFill>
                  <a:schemeClr val="tx1"/>
                </a:solidFill>
                <a:effectLst/>
              </a:rPr>
              <a:t>ελίες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 α</a:t>
            </a:r>
            <a:r>
              <a:rPr lang="en-US" sz="1600" b="0" i="0" dirty="0" err="1">
                <a:solidFill>
                  <a:schemeClr val="tx1"/>
                </a:solidFill>
                <a:effectLst/>
              </a:rPr>
              <a:t>νά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chemeClr val="tx1"/>
                </a:solidFill>
                <a:effectLst/>
              </a:rPr>
              <a:t>τμήμ</a:t>
            </a:r>
            <a:r>
              <a:rPr lang="en-US" sz="1600" b="0" i="0" dirty="0">
                <a:solidFill>
                  <a:schemeClr val="tx1"/>
                </a:solidFill>
                <a:effectLst/>
              </a:rPr>
              <a:t>α πελατών</a:t>
            </a: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600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600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600" dirty="0">
              <a:solidFill>
                <a:schemeClr val="tx1"/>
              </a:solidFill>
            </a:endParaRPr>
          </a:p>
        </p:txBody>
      </p:sp>
      <p:pic>
        <p:nvPicPr>
          <p:cNvPr id="4" name="Εικόνα 3" descr="Εικόνα που περιέχει κείμενο, στιγμιότυπο οθόνης, γραμματοσειρά, αριθμός&#10;&#10;Περιγραφή που δημιουργήθηκε αυτόματα">
            <a:extLst>
              <a:ext uri="{FF2B5EF4-FFF2-40B4-BE49-F238E27FC236}">
                <a16:creationId xmlns:a16="http://schemas.microsoft.com/office/drawing/2014/main" id="{CDE3D674-D759-2AEF-5A0A-E1B4153BD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750" y="1375887"/>
            <a:ext cx="6998545" cy="27709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403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EC78E3E1-BBBA-4058-AAEB-714F04B02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6860FA5-CE2B-4019-8FD1-031D7D84E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92DF474-2C37-4DC7-B889-E88EAADEA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837459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3981573"/>
            <a:ext cx="10222992" cy="2078335"/>
          </a:xfrm>
          <a:prstGeom prst="rect">
            <a:avLst/>
          </a:prstGeom>
          <a:blipFill dpi="0" rotWithShape="1">
            <a:blip r:embed="rId5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CFA841-4373-3BF6-B9C9-21CABF63F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456" y="4162031"/>
            <a:ext cx="4543683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400" b="0" i="0" dirty="0">
                <a:effectLst/>
              </a:rPr>
              <a:t>Dashboards </a:t>
            </a:r>
            <a:r>
              <a:rPr lang="en-US" sz="3400" b="0" i="0" dirty="0" err="1">
                <a:effectLst/>
              </a:rPr>
              <a:t>Τμ</a:t>
            </a:r>
            <a:r>
              <a:rPr lang="el-GR" sz="3400" b="0" dirty="0"/>
              <a:t>Η</a:t>
            </a:r>
            <a:r>
              <a:rPr lang="en-US" sz="3400" b="0" i="0" dirty="0" err="1">
                <a:effectLst/>
              </a:rPr>
              <a:t>μ</a:t>
            </a:r>
            <a:r>
              <a:rPr lang="en-US" sz="3400" b="0" i="0" dirty="0">
                <a:effectLst/>
              </a:rPr>
              <a:t>α</a:t>
            </a:r>
            <a:r>
              <a:rPr lang="en-US" sz="3400" b="0" i="0" dirty="0" err="1">
                <a:effectLst/>
              </a:rPr>
              <a:t>τ</a:t>
            </a:r>
            <a:r>
              <a:rPr lang="en-US" sz="3400" b="0" i="0" dirty="0">
                <a:effectLst/>
              </a:rPr>
              <a:t>α </a:t>
            </a:r>
            <a:r>
              <a:rPr lang="en-US" sz="3400" b="0" i="0" dirty="0" err="1">
                <a:effectLst/>
              </a:rPr>
              <a:t>κ</a:t>
            </a:r>
            <a:r>
              <a:rPr lang="en-US" sz="3400" b="0" i="0" dirty="0">
                <a:effectLst/>
              </a:rPr>
              <a:t>α</a:t>
            </a:r>
            <a:r>
              <a:rPr lang="en-US" sz="3400" b="0" i="0" dirty="0" err="1">
                <a:effectLst/>
              </a:rPr>
              <a:t>ι</a:t>
            </a:r>
            <a:r>
              <a:rPr lang="en-US" sz="3400" b="0" i="0" dirty="0">
                <a:effectLst/>
              </a:rPr>
              <a:t> π</a:t>
            </a:r>
            <a:r>
              <a:rPr lang="en-US" sz="3400" b="0" i="0" dirty="0" err="1">
                <a:effectLst/>
              </a:rPr>
              <a:t>ροτιμ</a:t>
            </a:r>
            <a:r>
              <a:rPr lang="el-GR" sz="3400" b="0" i="0" dirty="0">
                <a:effectLst/>
              </a:rPr>
              <a:t>Η</a:t>
            </a:r>
            <a:r>
              <a:rPr lang="en-US" sz="3400" b="0" i="0" dirty="0" err="1">
                <a:effectLst/>
              </a:rPr>
              <a:t>σεις</a:t>
            </a:r>
            <a:r>
              <a:rPr lang="en-US" sz="3400" b="0" i="0" dirty="0">
                <a:effectLst/>
              </a:rPr>
              <a:t> π</a:t>
            </a:r>
            <a:r>
              <a:rPr lang="en-US" sz="3400" b="0" i="0" dirty="0" err="1">
                <a:effectLst/>
              </a:rPr>
              <a:t>ελ</a:t>
            </a:r>
            <a:r>
              <a:rPr lang="en-US" sz="3400" b="0" i="0" dirty="0">
                <a:effectLst/>
              </a:rPr>
              <a:t>α</a:t>
            </a:r>
            <a:r>
              <a:rPr lang="el-GR" sz="3400" b="0" dirty="0"/>
              <a:t>ΤΩ</a:t>
            </a:r>
            <a:r>
              <a:rPr lang="en-US" sz="3400" b="0" i="0" dirty="0" err="1">
                <a:effectLst/>
              </a:rPr>
              <a:t>ν</a:t>
            </a:r>
            <a:endParaRPr lang="en-US" sz="3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0F0B-3317-A65B-9EDC-99A27AB4BD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17920" y="4170410"/>
            <a:ext cx="4699221" cy="176714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-182880">
              <a:lnSpc>
                <a:spcPct val="90000"/>
              </a:lnSpc>
              <a:buFont typeface="Wingdings" pitchFamily="2" charset="2"/>
              <a:buChar char="§"/>
            </a:pPr>
            <a:r>
              <a:rPr lang="en-US" sz="1800" b="0" i="0" dirty="0" err="1">
                <a:solidFill>
                  <a:schemeClr val="tx1"/>
                </a:solidFill>
                <a:effectLst/>
              </a:rPr>
              <a:t>Π</a:t>
            </a:r>
            <a:r>
              <a:rPr lang="el-GR" sz="1800" dirty="0" err="1">
                <a:solidFill>
                  <a:schemeClr val="tx1"/>
                </a:solidFill>
              </a:rPr>
              <a:t>ωλ</a:t>
            </a:r>
            <a:r>
              <a:rPr lang="en-US" sz="1800" dirty="0" err="1">
                <a:solidFill>
                  <a:schemeClr val="tx1"/>
                </a:solidFill>
              </a:rPr>
              <a:t>ή</a:t>
            </a:r>
            <a:r>
              <a:rPr lang="el-GR" sz="1800" dirty="0">
                <a:solidFill>
                  <a:schemeClr val="tx1"/>
                </a:solidFill>
              </a:rPr>
              <a:t>σεις 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α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νά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τύ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π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ο</a:t>
            </a:r>
            <a:r>
              <a:rPr lang="en-US" sz="1800" b="0" i="0" dirty="0">
                <a:solidFill>
                  <a:schemeClr val="tx1"/>
                </a:solidFill>
                <a:effectLst/>
              </a:rPr>
              <a:t> απ</a:t>
            </a:r>
            <a:r>
              <a:rPr lang="en-US" sz="1800" b="0" i="0" dirty="0" err="1">
                <a:solidFill>
                  <a:schemeClr val="tx1"/>
                </a:solidFill>
                <a:effectLst/>
              </a:rPr>
              <a:t>οστολής</a:t>
            </a:r>
            <a:endParaRPr lang="en-US" sz="1800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 b="0" i="0" dirty="0">
              <a:solidFill>
                <a:schemeClr val="tx1"/>
              </a:solidFill>
              <a:effectLst/>
            </a:endParaRPr>
          </a:p>
          <a:p>
            <a:pPr indent="-182880">
              <a:lnSpc>
                <a:spcPct val="90000"/>
              </a:lnSpc>
              <a:buFont typeface="Wingdings" pitchFamily="2" charset="2"/>
              <a:buChar char="§"/>
            </a:pPr>
            <a:endParaRPr lang="en-US" sz="1800" dirty="0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4504" y="6128670"/>
            <a:ext cx="10222992" cy="80683"/>
          </a:xfrm>
          <a:prstGeom prst="rect">
            <a:avLst/>
          </a:prstGeom>
          <a:blipFill dpi="0" rotWithShape="1">
            <a:blip r:embed="rId5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3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E1228661-1F2E-05AB-C923-DD209A9C8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6239" y="612337"/>
            <a:ext cx="5765800" cy="323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90139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7F06-859F-5E1B-8D92-CB8F619C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5806" y="484632"/>
            <a:ext cx="3677264" cy="1609344"/>
          </a:xfrm>
        </p:spPr>
        <p:txBody>
          <a:bodyPr>
            <a:normAutofit/>
          </a:bodyPr>
          <a:lstStyle/>
          <a:p>
            <a:r>
              <a:rPr lang="en-US" sz="3600" dirty="0"/>
              <a:t>Dashboard </a:t>
            </a:r>
            <a:r>
              <a:rPr lang="el-GR" sz="3600" dirty="0" err="1"/>
              <a:t>ΧρΟνου</a:t>
            </a:r>
            <a:r>
              <a:rPr lang="el-GR" sz="3600" dirty="0"/>
              <a:t> </a:t>
            </a:r>
            <a:r>
              <a:rPr lang="el-GR" sz="3600" dirty="0" err="1"/>
              <a:t>ΑποστολΗς</a:t>
            </a:r>
            <a:endParaRPr lang="el-GR" sz="3600" dirty="0"/>
          </a:p>
        </p:txBody>
      </p:sp>
      <p:pic>
        <p:nvPicPr>
          <p:cNvPr id="4" name="Picture 1" descr="Εικόνα που περιέχει κείμενο, στιγμιότυπο οθόνης, διάγραμμα, αριθμός&#10;&#10;Περιγραφή που δημιουργήθηκε αυτόματα">
            <a:extLst>
              <a:ext uri="{FF2B5EF4-FFF2-40B4-BE49-F238E27FC236}">
                <a16:creationId xmlns:a16="http://schemas.microsoft.com/office/drawing/2014/main" id="{9613F056-900C-DE78-5050-497F4F7CCD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44" r="1" b="1"/>
          <a:stretch/>
        </p:blipFill>
        <p:spPr>
          <a:xfrm>
            <a:off x="633999" y="640080"/>
            <a:ext cx="6912217" cy="5588101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936EEF9-778D-6C7C-9941-68E966B4B3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3608211"/>
              </p:ext>
            </p:extLst>
          </p:nvPr>
        </p:nvGraphicFramePr>
        <p:xfrm>
          <a:off x="7865805" y="2121408"/>
          <a:ext cx="3677263" cy="40925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929826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7F06-859F-5E1B-8D92-CB8F619C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3059" y="484632"/>
            <a:ext cx="3677264" cy="1419119"/>
          </a:xfrm>
        </p:spPr>
        <p:txBody>
          <a:bodyPr>
            <a:normAutofit fontScale="90000"/>
          </a:bodyPr>
          <a:lstStyle/>
          <a:p>
            <a:r>
              <a:rPr lang="el-GR" sz="3600" dirty="0">
                <a:latin typeface="var(--font-fk-grotesk)"/>
              </a:rPr>
              <a:t>ΚΑΤΑΚΕΡΜΑΤΙΣΜΟΣ ΠΕΛΑΤΩΝ ΣΕ ΚΑΤΗΓΟΡΙΕΣ</a:t>
            </a:r>
            <a:endParaRPr lang="el-GR" sz="3600" dirty="0"/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33161AA4-BE2C-DB31-1D81-52E772A96F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3" r="8702"/>
          <a:stretch/>
        </p:blipFill>
        <p:spPr bwMode="auto">
          <a:xfrm>
            <a:off x="233252" y="484632"/>
            <a:ext cx="8153163" cy="54264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4CFE8C4D-0A6A-199A-3F79-272F37FF84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3027062"/>
              </p:ext>
            </p:extLst>
          </p:nvPr>
        </p:nvGraphicFramePr>
        <p:xfrm>
          <a:off x="8386415" y="2053652"/>
          <a:ext cx="2323167" cy="37850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871802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9F7DDF0-3BDB-6CB2-A9DD-BAC122A2A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Rectangle 3091">
            <a:extLst>
              <a:ext uri="{FF2B5EF4-FFF2-40B4-BE49-F238E27FC236}">
                <a16:creationId xmlns:a16="http://schemas.microsoft.com/office/drawing/2014/main" id="{7049A7D3-684C-4C59-A4B6-7B308A6AD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4" name="Rectangle 3093">
            <a:extLst>
              <a:ext uri="{FF2B5EF4-FFF2-40B4-BE49-F238E27FC236}">
                <a16:creationId xmlns:a16="http://schemas.microsoft.com/office/drawing/2014/main" id="{D7B1087B-C592-40E7-B532-60B453A2F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96" name="Rectangle 3095">
            <a:extLst>
              <a:ext uri="{FF2B5EF4-FFF2-40B4-BE49-F238E27FC236}">
                <a16:creationId xmlns:a16="http://schemas.microsoft.com/office/drawing/2014/main" id="{14AE7447-E8F8-4A0F-9E3D-94842BFF88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98" name="Group 3097">
            <a:extLst>
              <a:ext uri="{FF2B5EF4-FFF2-40B4-BE49-F238E27FC236}">
                <a16:creationId xmlns:a16="http://schemas.microsoft.com/office/drawing/2014/main" id="{85981F80-69EE-4E2B-82A8-47FDFD7720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3116" name="Oval 3098">
              <a:extLst>
                <a:ext uri="{FF2B5EF4-FFF2-40B4-BE49-F238E27FC236}">
                  <a16:creationId xmlns:a16="http://schemas.microsoft.com/office/drawing/2014/main" id="{46CE0473-0B07-47EE-A016-EBD87F2C8C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17" name="Oval 3099">
              <a:extLst>
                <a:ext uri="{FF2B5EF4-FFF2-40B4-BE49-F238E27FC236}">
                  <a16:creationId xmlns:a16="http://schemas.microsoft.com/office/drawing/2014/main" id="{EDD0D1E4-DFCA-4DF0-9D37-571A5F529F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sp>
        <p:nvSpPr>
          <p:cNvPr id="3102" name="Rectangle 3101">
            <a:extLst>
              <a:ext uri="{FF2B5EF4-FFF2-40B4-BE49-F238E27FC236}">
                <a16:creationId xmlns:a16="http://schemas.microsoft.com/office/drawing/2014/main" id="{0680B5D0-24EC-465A-A0E6-C4DF951E00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104" name="Rectangle 3103">
            <a:extLst>
              <a:ext uri="{FF2B5EF4-FFF2-40B4-BE49-F238E27FC236}">
                <a16:creationId xmlns:a16="http://schemas.microsoft.com/office/drawing/2014/main" id="{30BF1B50-A83E-4ED6-A2AA-C943C1F89F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928117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18" name="Rectangle 3105">
            <a:extLst>
              <a:ext uri="{FF2B5EF4-FFF2-40B4-BE49-F238E27FC236}">
                <a16:creationId xmlns:a16="http://schemas.microsoft.com/office/drawing/2014/main" id="{1F31E8B2-210B-4B90-83BB-3B180732EF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5470" y="1110053"/>
            <a:ext cx="3386371" cy="458030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9DCB0-9C53-5252-269F-5F74A126D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0102" y="1432223"/>
            <a:ext cx="2818417" cy="33579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80000"/>
              </a:lnSpc>
            </a:pPr>
            <a:r>
              <a:rPr lang="en-US" sz="33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Dashboard </a:t>
            </a:r>
            <a:r>
              <a:rPr lang="en-US" sz="33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γι</a:t>
            </a:r>
            <a:r>
              <a:rPr lang="en-US" sz="33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α </a:t>
            </a:r>
            <a:r>
              <a:rPr lang="en-US" sz="33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την</a:t>
            </a:r>
            <a:r>
              <a:rPr lang="en-US" sz="33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 </a:t>
            </a:r>
            <a:r>
              <a:rPr lang="en-US" sz="33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Αγορ</a:t>
            </a:r>
            <a:r>
              <a:rPr lang="en-US" sz="33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α</a:t>
            </a:r>
            <a:r>
              <a:rPr lang="en-US" sz="33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στικΗ</a:t>
            </a:r>
            <a:r>
              <a:rPr lang="en-US" sz="33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 </a:t>
            </a:r>
            <a:r>
              <a:rPr lang="en-US" sz="33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ΔΥν</a:t>
            </a:r>
            <a:r>
              <a:rPr lang="en-US" sz="33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α</a:t>
            </a:r>
            <a:r>
              <a:rPr lang="en-US" sz="33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μη</a:t>
            </a:r>
            <a:r>
              <a:rPr lang="en-US" sz="33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 </a:t>
            </a:r>
            <a:r>
              <a:rPr lang="en-US" sz="33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του</a:t>
            </a:r>
            <a:r>
              <a:rPr lang="en-US" sz="33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 </a:t>
            </a:r>
            <a:r>
              <a:rPr lang="en-US" sz="33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ΝοικοκυριΟ</a:t>
            </a:r>
            <a:r>
              <a:rPr lang="en-US" sz="330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  <a:t>Υ</a:t>
            </a:r>
            <a:br>
              <a:rPr lang="el-GR" sz="330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</a:rPr>
            </a:br>
            <a:endParaRPr lang="en-US" sz="3300" dirty="0">
              <a:blipFill dpi="0" rotWithShape="1">
                <a:blip r:embed="rId4"/>
                <a:srcRect/>
                <a:tile tx="6350" ty="-127000" sx="65000" sy="64000" flip="none" algn="tl"/>
              </a:blipFill>
            </a:endParaRPr>
          </a:p>
        </p:txBody>
      </p:sp>
      <p:sp>
        <p:nvSpPr>
          <p:cNvPr id="3119" name="Rectangle 3107">
            <a:extLst>
              <a:ext uri="{FF2B5EF4-FFF2-40B4-BE49-F238E27FC236}">
                <a16:creationId xmlns:a16="http://schemas.microsoft.com/office/drawing/2014/main" id="{6B387409-2B98-40F8-A65F-EF7CF98951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5780565"/>
            <a:ext cx="10351008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20" name="Group 3109">
            <a:extLst>
              <a:ext uri="{FF2B5EF4-FFF2-40B4-BE49-F238E27FC236}">
                <a16:creationId xmlns:a16="http://schemas.microsoft.com/office/drawing/2014/main" id="{C9E5F284-A588-4AE7-A36D-1C93E4FD02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6920" y="5257800"/>
            <a:ext cx="1080904" cy="1080902"/>
            <a:chOff x="9685338" y="4460675"/>
            <a:chExt cx="1080904" cy="1080902"/>
          </a:xfrm>
        </p:grpSpPr>
        <p:sp>
          <p:nvSpPr>
            <p:cNvPr id="3121" name="Oval 3110">
              <a:extLst>
                <a:ext uri="{FF2B5EF4-FFF2-40B4-BE49-F238E27FC236}">
                  <a16:creationId xmlns:a16="http://schemas.microsoft.com/office/drawing/2014/main" id="{45D7D540-5CF2-4FC1-BE53-277CC22C0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3122" name="Oval 3111">
              <a:extLst>
                <a:ext uri="{FF2B5EF4-FFF2-40B4-BE49-F238E27FC236}">
                  <a16:creationId xmlns:a16="http://schemas.microsoft.com/office/drawing/2014/main" id="{916C9AA0-DC0C-49A1-ACDF-10BD6D7399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10419BBD-911E-7B16-82D9-9E6E674CD5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98" r="11029"/>
          <a:stretch/>
        </p:blipFill>
        <p:spPr bwMode="auto">
          <a:xfrm>
            <a:off x="1048174" y="1058868"/>
            <a:ext cx="6437932" cy="45913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51309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07F06-859F-5E1B-8D92-CB8F619C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</p:spPr>
        <p:txBody>
          <a:bodyPr>
            <a:normAutofit/>
          </a:bodyPr>
          <a:lstStyle/>
          <a:p>
            <a:r>
              <a:rPr lang="el-GR" sz="4000" b="0" i="0" dirty="0" err="1">
                <a:effectLst/>
                <a:latin typeface="var(--font-fk-grotesk)"/>
              </a:rPr>
              <a:t>ΣυστΑσεις</a:t>
            </a:r>
            <a:r>
              <a:rPr lang="en-US" sz="4000" b="0" i="0" dirty="0">
                <a:effectLst/>
                <a:latin typeface="var(--font-fk-grotesk)"/>
              </a:rPr>
              <a:t> (</a:t>
            </a:r>
            <a:r>
              <a:rPr lang="en-US" sz="4000" dirty="0" err="1">
                <a:effectLst/>
                <a:latin typeface="Calibri" panose="020F0502020204030204" pitchFamily="34" charset="0"/>
              </a:rPr>
              <a:t>Βελτιστο</a:t>
            </a:r>
            <a:r>
              <a:rPr lang="en-US" sz="4000" dirty="0">
                <a:effectLst/>
                <a:latin typeface="Calibri" panose="020F0502020204030204" pitchFamily="34" charset="0"/>
              </a:rPr>
              <a:t>πο</a:t>
            </a:r>
            <a:r>
              <a:rPr lang="el-GR" sz="4000" dirty="0">
                <a:effectLst/>
                <a:latin typeface="Calibri" panose="020F0502020204030204" pitchFamily="34" charset="0"/>
              </a:rPr>
              <a:t>Ι</a:t>
            </a:r>
            <a:r>
              <a:rPr lang="en-US" sz="4000" dirty="0" err="1">
                <a:effectLst/>
                <a:latin typeface="Calibri" panose="020F0502020204030204" pitchFamily="34" charset="0"/>
              </a:rPr>
              <a:t>ηση</a:t>
            </a:r>
            <a:r>
              <a:rPr lang="en-US" sz="4000" dirty="0">
                <a:effectLst/>
                <a:latin typeface="Calibri" panose="020F0502020204030204" pitchFamily="34" charset="0"/>
              </a:rPr>
              <a:t> </a:t>
            </a:r>
            <a:r>
              <a:rPr lang="en-US" sz="4000" dirty="0" err="1">
                <a:effectLst/>
                <a:latin typeface="Calibri" panose="020F0502020204030204" pitchFamily="34" charset="0"/>
              </a:rPr>
              <a:t>Πωλ</a:t>
            </a:r>
            <a:r>
              <a:rPr lang="el-GR" sz="4000" dirty="0">
                <a:effectLst/>
                <a:latin typeface="Calibri" panose="020F0502020204030204" pitchFamily="34" charset="0"/>
              </a:rPr>
              <a:t>Η</a:t>
            </a:r>
            <a:r>
              <a:rPr lang="en-US" sz="4000" dirty="0" err="1">
                <a:effectLst/>
                <a:latin typeface="Calibri" panose="020F0502020204030204" pitchFamily="34" charset="0"/>
              </a:rPr>
              <a:t>σεων</a:t>
            </a:r>
            <a:r>
              <a:rPr lang="en-US" sz="4000" dirty="0">
                <a:effectLst/>
                <a:latin typeface="Calibri" panose="020F0502020204030204" pitchFamily="34" charset="0"/>
              </a:rPr>
              <a:t>)</a:t>
            </a:r>
            <a:endParaRPr lang="el-GR" sz="40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6800" y="2013293"/>
            <a:ext cx="100584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D342C4E-212B-9888-FD75-9C8A8BED2B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87689875"/>
              </p:ext>
            </p:extLst>
          </p:nvPr>
        </p:nvGraphicFramePr>
        <p:xfrm>
          <a:off x="1069975" y="2385390"/>
          <a:ext cx="100584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873211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FB3768C-1D21-400E-B059-EFF86063F5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-1"/>
            <a:ext cx="1218865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D87BCA1-45E6-44B3-B3DA-1F4144DE67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48169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07F06-859F-5E1B-8D92-CB8F619C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36" y="1469184"/>
            <a:ext cx="4164455" cy="3877298"/>
          </a:xfrm>
        </p:spPr>
        <p:txBody>
          <a:bodyPr>
            <a:normAutofit/>
          </a:bodyPr>
          <a:lstStyle/>
          <a:p>
            <a:pPr algn="r"/>
            <a:r>
              <a:rPr lang="el-GR" sz="4400" b="0" i="0" dirty="0" err="1">
                <a:solidFill>
                  <a:srgbClr val="FFFFFF"/>
                </a:solidFill>
                <a:effectLst/>
                <a:latin typeface="var(--font-fk-grotesk)"/>
              </a:rPr>
              <a:t>ΣυστΑσεις</a:t>
            </a:r>
            <a:r>
              <a:rPr lang="en-US" sz="4400" b="0" i="0" dirty="0">
                <a:solidFill>
                  <a:srgbClr val="FFFFFF"/>
                </a:solidFill>
                <a:effectLst/>
                <a:latin typeface="var(--font-fk-grotesk)"/>
              </a:rPr>
              <a:t> </a:t>
            </a:r>
            <a:r>
              <a:rPr lang="en-US" sz="4400" i="0" dirty="0">
                <a:solidFill>
                  <a:srgbClr val="FFFFFF"/>
                </a:solidFill>
                <a:effectLst/>
                <a:latin typeface="var(--font-fk-grotesk)"/>
              </a:rPr>
              <a:t>(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Στρ</a:t>
            </a:r>
            <a:r>
              <a:rPr lang="en-US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ατηγικ</a:t>
            </a:r>
            <a:r>
              <a:rPr lang="el-GR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Ε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ς</a:t>
            </a:r>
            <a:r>
              <a:rPr lang="en-US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Α</a:t>
            </a:r>
            <a:r>
              <a:rPr lang="el-GR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Υ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ξησης</a:t>
            </a:r>
            <a:r>
              <a:rPr lang="en-US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Κερδ</a:t>
            </a:r>
            <a:r>
              <a:rPr lang="el-GR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Ω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ν</a:t>
            </a:r>
            <a:r>
              <a:rPr lang="en-US" sz="4400" i="0" dirty="0">
                <a:solidFill>
                  <a:srgbClr val="FFFFFF"/>
                </a:solidFill>
                <a:effectLst/>
                <a:latin typeface="var(--font-fk-grotesk)"/>
              </a:rPr>
              <a:t>)</a:t>
            </a:r>
            <a:endParaRPr lang="el-GR" sz="4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A1E5B-5BEB-0B37-C110-3CEC4DD20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2557" y="643466"/>
            <a:ext cx="6630177" cy="5528734"/>
          </a:xfrm>
        </p:spPr>
        <p:txBody>
          <a:bodyPr anchor="ctr">
            <a:normAutofit/>
          </a:bodyPr>
          <a:lstStyle/>
          <a:p>
            <a:pPr marL="194310" marR="0" indent="-285750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effectLst/>
                <a:latin typeface="Calibri" panose="020F0502020204030204" pitchFamily="34" charset="0"/>
              </a:rPr>
              <a:t>Αν</a:t>
            </a:r>
            <a:r>
              <a:rPr lang="en-US" sz="1800" dirty="0">
                <a:effectLst/>
                <a:latin typeface="Calibri" panose="020F0502020204030204" pitchFamily="34" charset="0"/>
              </a:rPr>
              <a:t>απροσαρμογή της πολιτικής εκπτώσεων για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μεγιστο</a:t>
            </a:r>
            <a:r>
              <a:rPr lang="en-US" sz="1800" dirty="0">
                <a:effectLst/>
                <a:latin typeface="Calibri" panose="020F0502020204030204" pitchFamily="34" charset="0"/>
              </a:rPr>
              <a:t>π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οίηση</a:t>
            </a:r>
            <a:r>
              <a:rPr lang="en-US" sz="1800" dirty="0">
                <a:effectLst/>
                <a:latin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κερδών</a:t>
            </a:r>
            <a:r>
              <a:rPr lang="el-GR" sz="1800" dirty="0">
                <a:effectLst/>
                <a:latin typeface="Calibri" panose="020F0502020204030204" pitchFamily="34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</a:endParaRPr>
          </a:p>
          <a:p>
            <a:pPr marL="194310" marR="0" indent="-285750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effectLst/>
                <a:latin typeface="Calibri" panose="020F0502020204030204" pitchFamily="34" charset="0"/>
              </a:rPr>
              <a:t>Μείωση</a:t>
            </a:r>
            <a:r>
              <a:rPr lang="en-US" sz="1800" dirty="0">
                <a:effectLst/>
                <a:latin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του</a:t>
            </a:r>
            <a:r>
              <a:rPr lang="en-US" sz="1800" dirty="0">
                <a:effectLst/>
                <a:latin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κόστους</a:t>
            </a:r>
            <a:r>
              <a:rPr lang="en-US" sz="1800" dirty="0">
                <a:effectLst/>
                <a:latin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λειτουργί</a:t>
            </a:r>
            <a:r>
              <a:rPr lang="en-US" sz="1800" dirty="0">
                <a:effectLst/>
                <a:latin typeface="Calibri" panose="020F0502020204030204" pitchFamily="34" charset="0"/>
              </a:rPr>
              <a:t>ας, ειδικά στις κατηγορίες με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χ</a:t>
            </a:r>
            <a:r>
              <a:rPr lang="en-US" sz="1800" dirty="0">
                <a:effectLst/>
                <a:latin typeface="Calibri" panose="020F0502020204030204" pitchFamily="34" charset="0"/>
              </a:rPr>
              <a:t>α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μηλά</a:t>
            </a:r>
            <a:r>
              <a:rPr lang="en-US" sz="1800" dirty="0">
                <a:effectLst/>
                <a:latin typeface="Calibri" panose="020F0502020204030204" pitchFamily="34" charset="0"/>
              </a:rPr>
              <a:t> π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εριθώρι</a:t>
            </a:r>
            <a:r>
              <a:rPr lang="en-US" sz="1800" dirty="0">
                <a:effectLst/>
                <a:latin typeface="Calibri" panose="020F0502020204030204" pitchFamily="34" charset="0"/>
              </a:rPr>
              <a:t>α</a:t>
            </a:r>
            <a:r>
              <a:rPr lang="el-GR" sz="1800" dirty="0">
                <a:effectLst/>
                <a:latin typeface="Calibri" panose="020F0502020204030204" pitchFamily="34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</a:endParaRPr>
          </a:p>
          <a:p>
            <a:pPr marL="194310" marR="0" indent="-285750" rtl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800" dirty="0" err="1">
                <a:effectLst/>
                <a:latin typeface="Calibri" panose="020F0502020204030204" pitchFamily="34" charset="0"/>
              </a:rPr>
              <a:t>Προώθηση</a:t>
            </a:r>
            <a:r>
              <a:rPr lang="en-US" sz="1800" dirty="0">
                <a:effectLst/>
                <a:latin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κερδοφόρων</a:t>
            </a:r>
            <a:r>
              <a:rPr lang="en-US" sz="1800" dirty="0">
                <a:effectLst/>
                <a:latin typeface="Calibri" panose="020F0502020204030204" pitchFamily="34" charset="0"/>
              </a:rPr>
              <a:t> κα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τηγοριών</a:t>
            </a:r>
            <a:r>
              <a:rPr lang="en-US" sz="1800" dirty="0">
                <a:effectLst/>
                <a:latin typeface="Calibri" panose="020F0502020204030204" pitchFamily="34" charset="0"/>
              </a:rPr>
              <a:t> π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ροϊόντων</a:t>
            </a:r>
            <a:r>
              <a:rPr lang="en-US" sz="1800" dirty="0">
                <a:effectLst/>
                <a:latin typeface="Calibri" panose="020F0502020204030204" pitchFamily="34" charset="0"/>
              </a:rPr>
              <a:t> και ανα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θεώρηση</a:t>
            </a:r>
            <a:r>
              <a:rPr lang="en-US" sz="1800" dirty="0">
                <a:effectLst/>
                <a:latin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τιμολόγησης</a:t>
            </a:r>
            <a:r>
              <a:rPr lang="en-US" sz="1800" dirty="0">
                <a:effectLst/>
                <a:latin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γι</a:t>
            </a:r>
            <a:r>
              <a:rPr lang="en-US" sz="1800" dirty="0">
                <a:effectLst/>
                <a:latin typeface="Calibri" panose="020F0502020204030204" pitchFamily="34" charset="0"/>
              </a:rPr>
              <a:t>α λιγότερο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κερδοφόρες</a:t>
            </a:r>
            <a:r>
              <a:rPr lang="en-US" sz="1800" dirty="0">
                <a:effectLst/>
                <a:latin typeface="Calibri" panose="020F0502020204030204" pitchFamily="34" charset="0"/>
              </a:rPr>
              <a:t> 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κ</a:t>
            </a:r>
            <a:r>
              <a:rPr lang="en-US" sz="1800" dirty="0">
                <a:effectLst/>
                <a:latin typeface="Calibri" panose="020F0502020204030204" pitchFamily="34" charset="0"/>
              </a:rPr>
              <a:t>α</a:t>
            </a:r>
            <a:r>
              <a:rPr lang="en-US" sz="1800" dirty="0" err="1">
                <a:effectLst/>
                <a:latin typeface="Calibri" panose="020F0502020204030204" pitchFamily="34" charset="0"/>
              </a:rPr>
              <a:t>τηγορίες</a:t>
            </a:r>
            <a:r>
              <a:rPr lang="el-GR" sz="1800" dirty="0">
                <a:effectLst/>
                <a:latin typeface="Calibri" panose="020F0502020204030204" pitchFamily="34" charset="0"/>
              </a:rPr>
              <a:t>.</a:t>
            </a:r>
            <a:endParaRPr lang="en-US" sz="1800" dirty="0">
              <a:effectLst/>
              <a:latin typeface="Calibri" panose="020F0502020204030204" pitchFamily="34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9AE62FDA-E44C-440D-A3D3-5C188720D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01725" y="6229681"/>
            <a:ext cx="457200" cy="457200"/>
            <a:chOff x="11401725" y="6229681"/>
            <a:chExt cx="457200" cy="45720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8B45BF8-A8A3-426E-89DE-A44F6E180F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01725" y="6229681"/>
              <a:ext cx="457200" cy="457200"/>
            </a:xfrm>
            <a:prstGeom prst="ellipse">
              <a:avLst/>
            </a:prstGeom>
            <a:blipFill dpi="0" rotWithShape="1"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647C25B3-5F51-49AB-A886-D555D2F4A7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430918" y="6258874"/>
              <a:ext cx="398813" cy="398815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65835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C06EAFD-0C69-4B3B-BEA7-E7E11DDF9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4066C89-42FB-4624-9AFE-3A31B3649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44" y="0"/>
            <a:ext cx="4648169" cy="6858000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algn="ctr" defTabSz="914400"/>
            <a:endParaRPr lang="en-US" sz="2000" kern="0">
              <a:solidFill>
                <a:prstClr val="white"/>
              </a:solidFill>
              <a:latin typeface="Rockwell Extra Bold" pitchFamily="18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07F06-859F-5E1B-8D92-CB8F619C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208" y="599768"/>
            <a:ext cx="3975217" cy="5360437"/>
          </a:xfrm>
        </p:spPr>
        <p:txBody>
          <a:bodyPr>
            <a:normAutofit/>
          </a:bodyPr>
          <a:lstStyle/>
          <a:p>
            <a:pPr algn="r"/>
            <a:r>
              <a:rPr lang="el-GR" sz="4400" b="0" i="0" dirty="0" err="1">
                <a:solidFill>
                  <a:srgbClr val="FFFFFF"/>
                </a:solidFill>
                <a:effectLst/>
                <a:latin typeface="var(--font-fk-grotesk)"/>
              </a:rPr>
              <a:t>ΣυστΑσεις</a:t>
            </a:r>
            <a:r>
              <a:rPr lang="en-US" sz="4400" b="0" i="0" dirty="0">
                <a:solidFill>
                  <a:srgbClr val="FFFFFF"/>
                </a:solidFill>
                <a:effectLst/>
                <a:latin typeface="var(--font-fk-grotesk)"/>
              </a:rPr>
              <a:t> (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Βελτ</a:t>
            </a:r>
            <a:r>
              <a:rPr lang="el-GR" sz="4400" dirty="0">
                <a:solidFill>
                  <a:srgbClr val="FFFFFF"/>
                </a:solidFill>
                <a:latin typeface="Calibri" panose="020F0502020204030204" pitchFamily="34" charset="0"/>
              </a:rPr>
              <a:t>Ι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ωση</a:t>
            </a:r>
            <a:r>
              <a:rPr lang="en-US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Δι</a:t>
            </a:r>
            <a:r>
              <a:rPr lang="en-US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α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δικ</a:t>
            </a:r>
            <a:r>
              <a:rPr lang="en-US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α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σ</a:t>
            </a:r>
            <a:r>
              <a:rPr lang="el-GR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ΙΩ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ν</a:t>
            </a:r>
            <a:r>
              <a:rPr lang="en-US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Α</a:t>
            </a:r>
            <a:r>
              <a:rPr lang="en-US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π</a:t>
            </a:r>
            <a:r>
              <a:rPr lang="en-US" sz="4400" dirty="0" err="1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οστολ</a:t>
            </a:r>
            <a:r>
              <a:rPr lang="el-GR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Η</a:t>
            </a:r>
            <a:r>
              <a:rPr lang="en-US" sz="4400" dirty="0">
                <a:solidFill>
                  <a:srgbClr val="FFFFFF"/>
                </a:solidFill>
                <a:effectLst/>
                <a:latin typeface="Calibri" panose="020F0502020204030204" pitchFamily="34" charset="0"/>
              </a:rPr>
              <a:t>ς</a:t>
            </a:r>
            <a:r>
              <a:rPr lang="en-US" sz="4400" b="0" i="0" dirty="0">
                <a:solidFill>
                  <a:srgbClr val="FFFFFF"/>
                </a:solidFill>
                <a:effectLst/>
                <a:latin typeface="var(--font-fk-grotesk)"/>
              </a:rPr>
              <a:t>)</a:t>
            </a:r>
            <a:endParaRPr lang="el-GR" sz="44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1A1E5B-5BEB-0B37-C110-3CEC4DD20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3780" y="599768"/>
            <a:ext cx="6074467" cy="5572432"/>
          </a:xfrm>
        </p:spPr>
        <p:txBody>
          <a:bodyPr anchor="ctr">
            <a:normAutofit/>
          </a:bodyPr>
          <a:lstStyle/>
          <a:p>
            <a:pPr marL="194310" marR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libri" panose="020F0502020204030204" pitchFamily="34" charset="0"/>
              </a:rPr>
              <a:t>Συνεχής</a:t>
            </a:r>
            <a:r>
              <a:rPr lang="en-US" dirty="0">
                <a:effectLst/>
                <a:latin typeface="Calibri" panose="020F0502020204030204" pitchFamily="34" charset="0"/>
              </a:rPr>
              <a:t> πα</a:t>
            </a:r>
            <a:r>
              <a:rPr lang="en-US" dirty="0" err="1">
                <a:effectLst/>
                <a:latin typeface="Calibri" panose="020F0502020204030204" pitchFamily="34" charset="0"/>
              </a:rPr>
              <a:t>ροχή</a:t>
            </a:r>
            <a:r>
              <a:rPr lang="en-US" dirty="0">
                <a:effectLst/>
                <a:latin typeface="Calibri" panose="020F0502020204030204" pitchFamily="34" charset="0"/>
              </a:rPr>
              <a:t> Standard Class απ</a:t>
            </a:r>
            <a:r>
              <a:rPr lang="en-US" dirty="0" err="1">
                <a:effectLst/>
                <a:latin typeface="Calibri" panose="020F0502020204030204" pitchFamily="34" charset="0"/>
              </a:rPr>
              <a:t>οστολής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γι</a:t>
            </a:r>
            <a:r>
              <a:rPr lang="en-US" dirty="0">
                <a:effectLst/>
                <a:latin typeface="Calibri" panose="020F0502020204030204" pitchFamily="34" charset="0"/>
              </a:rPr>
              <a:t>α </a:t>
            </a:r>
            <a:r>
              <a:rPr lang="en-US" dirty="0" err="1">
                <a:effectLst/>
                <a:latin typeface="Calibri" panose="020F0502020204030204" pitchFamily="34" charset="0"/>
              </a:rPr>
              <a:t>εξοικονόμηση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κόστους</a:t>
            </a:r>
            <a:r>
              <a:rPr lang="el-GR" dirty="0">
                <a:effectLst/>
                <a:latin typeface="Calibri" panose="020F0502020204030204" pitchFamily="34" charset="0"/>
              </a:rPr>
              <a:t>.</a:t>
            </a:r>
          </a:p>
          <a:p>
            <a:pPr marL="194310" marR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effectLst/>
              <a:latin typeface="Calibri" panose="020F0502020204030204" pitchFamily="34" charset="0"/>
            </a:endParaRPr>
          </a:p>
          <a:p>
            <a:pPr marL="194310" marR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libri" panose="020F0502020204030204" pitchFamily="34" charset="0"/>
              </a:rPr>
              <a:t>Εισ</a:t>
            </a:r>
            <a:r>
              <a:rPr lang="en-US" dirty="0">
                <a:effectLst/>
                <a:latin typeface="Calibri" panose="020F0502020204030204" pitchFamily="34" charset="0"/>
              </a:rPr>
              <a:t>α</a:t>
            </a:r>
            <a:r>
              <a:rPr lang="en-US" dirty="0" err="1">
                <a:effectLst/>
                <a:latin typeface="Calibri" panose="020F0502020204030204" pitchFamily="34" charset="0"/>
              </a:rPr>
              <a:t>γωγή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ε</a:t>
            </a:r>
            <a:r>
              <a:rPr lang="en-US" dirty="0">
                <a:effectLst/>
                <a:latin typeface="Calibri" panose="020F0502020204030204" pitchFamily="34" charset="0"/>
              </a:rPr>
              <a:t>π</a:t>
            </a:r>
            <a:r>
              <a:rPr lang="en-US" dirty="0" err="1">
                <a:effectLst/>
                <a:latin typeface="Calibri" panose="020F0502020204030204" pitchFamily="34" charset="0"/>
              </a:rPr>
              <a:t>ι</a:t>
            </a:r>
            <a:r>
              <a:rPr lang="en-US" dirty="0">
                <a:effectLst/>
                <a:latin typeface="Calibri" panose="020F0502020204030204" pitchFamily="34" charset="0"/>
              </a:rPr>
              <a:t>π</a:t>
            </a:r>
            <a:r>
              <a:rPr lang="en-US" dirty="0" err="1">
                <a:effectLst/>
                <a:latin typeface="Calibri" panose="020F0502020204030204" pitchFamily="34" charset="0"/>
              </a:rPr>
              <a:t>λέον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ε</a:t>
            </a:r>
            <a:r>
              <a:rPr lang="en-US" dirty="0">
                <a:effectLst/>
                <a:latin typeface="Calibri" panose="020F0502020204030204" pitchFamily="34" charset="0"/>
              </a:rPr>
              <a:t>π</a:t>
            </a:r>
            <a:r>
              <a:rPr lang="en-US" dirty="0" err="1">
                <a:effectLst/>
                <a:latin typeface="Calibri" panose="020F0502020204030204" pitchFamily="34" charset="0"/>
              </a:rPr>
              <a:t>ιλογών</a:t>
            </a:r>
            <a:r>
              <a:rPr lang="en-US" dirty="0">
                <a:effectLst/>
                <a:latin typeface="Calibri" panose="020F0502020204030204" pitchFamily="34" charset="0"/>
              </a:rPr>
              <a:t> απ</a:t>
            </a:r>
            <a:r>
              <a:rPr lang="en-US" dirty="0" err="1">
                <a:effectLst/>
                <a:latin typeface="Calibri" panose="020F0502020204030204" pitchFamily="34" charset="0"/>
              </a:rPr>
              <a:t>οστολής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χωρίς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σημ</a:t>
            </a:r>
            <a:r>
              <a:rPr lang="en-US" dirty="0">
                <a:effectLst/>
                <a:latin typeface="Calibri" panose="020F0502020204030204" pitchFamily="34" charset="0"/>
              </a:rPr>
              <a:t>α</a:t>
            </a:r>
            <a:r>
              <a:rPr lang="en-US" dirty="0" err="1">
                <a:effectLst/>
                <a:latin typeface="Calibri" panose="020F0502020204030204" pitchFamily="34" charset="0"/>
              </a:rPr>
              <a:t>ντική</a:t>
            </a:r>
            <a:r>
              <a:rPr lang="en-US" dirty="0">
                <a:effectLst/>
                <a:latin typeface="Calibri" panose="020F0502020204030204" pitchFamily="34" charset="0"/>
              </a:rPr>
              <a:t> α</a:t>
            </a:r>
            <a:r>
              <a:rPr lang="en-US" dirty="0" err="1">
                <a:effectLst/>
                <a:latin typeface="Calibri" panose="020F0502020204030204" pitchFamily="34" charset="0"/>
              </a:rPr>
              <a:t>ύξηση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του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κόστους</a:t>
            </a:r>
            <a:r>
              <a:rPr lang="el-GR" dirty="0">
                <a:effectLst/>
                <a:latin typeface="Calibri" panose="020F0502020204030204" pitchFamily="34" charset="0"/>
              </a:rPr>
              <a:t>.</a:t>
            </a:r>
          </a:p>
          <a:p>
            <a:pPr marL="194310" marR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dirty="0">
              <a:effectLst/>
              <a:latin typeface="Calibri" panose="020F0502020204030204" pitchFamily="34" charset="0"/>
            </a:endParaRPr>
          </a:p>
          <a:p>
            <a:pPr marL="194310" marR="0" indent="-285750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dirty="0" err="1">
                <a:effectLst/>
                <a:latin typeface="Calibri" panose="020F0502020204030204" pitchFamily="34" charset="0"/>
              </a:rPr>
              <a:t>Αυτομ</a:t>
            </a:r>
            <a:r>
              <a:rPr lang="en-US" dirty="0">
                <a:effectLst/>
                <a:latin typeface="Calibri" panose="020F0502020204030204" pitchFamily="34" charset="0"/>
              </a:rPr>
              <a:t>α</a:t>
            </a:r>
            <a:r>
              <a:rPr lang="en-US" dirty="0" err="1">
                <a:effectLst/>
                <a:latin typeface="Calibri" panose="020F0502020204030204" pitchFamily="34" charset="0"/>
              </a:rPr>
              <a:t>τισμός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κ</a:t>
            </a:r>
            <a:r>
              <a:rPr lang="en-US" dirty="0">
                <a:effectLst/>
                <a:latin typeface="Calibri" panose="020F0502020204030204" pitchFamily="34" charset="0"/>
              </a:rPr>
              <a:t>α</a:t>
            </a:r>
            <a:r>
              <a:rPr lang="en-US" dirty="0" err="1">
                <a:effectLst/>
                <a:latin typeface="Calibri" panose="020F0502020204030204" pitchFamily="34" charset="0"/>
              </a:rPr>
              <a:t>ι</a:t>
            </a:r>
            <a:r>
              <a:rPr lang="en-US" dirty="0">
                <a:effectLst/>
                <a:latin typeface="Calibri" panose="020F0502020204030204" pitchFamily="34" charset="0"/>
              </a:rPr>
              <a:t> β</a:t>
            </a:r>
            <a:r>
              <a:rPr lang="en-US" dirty="0" err="1">
                <a:effectLst/>
                <a:latin typeface="Calibri" panose="020F0502020204030204" pitchFamily="34" charset="0"/>
              </a:rPr>
              <a:t>ελτίωση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δι</a:t>
            </a:r>
            <a:r>
              <a:rPr lang="en-US" dirty="0">
                <a:effectLst/>
                <a:latin typeface="Calibri" panose="020F0502020204030204" pitchFamily="34" charset="0"/>
              </a:rPr>
              <a:t>α</a:t>
            </a:r>
            <a:r>
              <a:rPr lang="en-US" dirty="0" err="1">
                <a:effectLst/>
                <a:latin typeface="Calibri" panose="020F0502020204030204" pitchFamily="34" charset="0"/>
              </a:rPr>
              <a:t>δικ</a:t>
            </a:r>
            <a:r>
              <a:rPr lang="en-US" dirty="0">
                <a:effectLst/>
                <a:latin typeface="Calibri" panose="020F0502020204030204" pitchFamily="34" charset="0"/>
              </a:rPr>
              <a:t>α</a:t>
            </a:r>
            <a:r>
              <a:rPr lang="en-US" dirty="0" err="1">
                <a:effectLst/>
                <a:latin typeface="Calibri" panose="020F0502020204030204" pitchFamily="34" charset="0"/>
              </a:rPr>
              <a:t>σιών</a:t>
            </a:r>
            <a:r>
              <a:rPr lang="en-US" dirty="0">
                <a:effectLst/>
                <a:latin typeface="Calibri" panose="020F0502020204030204" pitchFamily="34" charset="0"/>
              </a:rPr>
              <a:t> απ</a:t>
            </a:r>
            <a:r>
              <a:rPr lang="en-US" dirty="0" err="1">
                <a:effectLst/>
                <a:latin typeface="Calibri" panose="020F0502020204030204" pitchFamily="34" charset="0"/>
              </a:rPr>
              <a:t>οστολής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γι</a:t>
            </a:r>
            <a:r>
              <a:rPr lang="en-US" dirty="0">
                <a:effectLst/>
                <a:latin typeface="Calibri" panose="020F0502020204030204" pitchFamily="34" charset="0"/>
              </a:rPr>
              <a:t>α </a:t>
            </a:r>
            <a:r>
              <a:rPr lang="en-US" dirty="0" err="1">
                <a:effectLst/>
                <a:latin typeface="Calibri" panose="020F0502020204030204" pitchFamily="34" charset="0"/>
              </a:rPr>
              <a:t>μείωση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χρόνων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κ</a:t>
            </a:r>
            <a:r>
              <a:rPr lang="en-US" dirty="0">
                <a:effectLst/>
                <a:latin typeface="Calibri" panose="020F0502020204030204" pitchFamily="34" charset="0"/>
              </a:rPr>
              <a:t>α</a:t>
            </a:r>
            <a:r>
              <a:rPr lang="en-US" dirty="0" err="1">
                <a:effectLst/>
                <a:latin typeface="Calibri" panose="020F0502020204030204" pitchFamily="34" charset="0"/>
              </a:rPr>
              <a:t>ι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κόστους</a:t>
            </a:r>
            <a:r>
              <a:rPr lang="en-US" dirty="0">
                <a:effectLst/>
                <a:latin typeface="Calibri" panose="020F0502020204030204" pitchFamily="34" charset="0"/>
              </a:rPr>
              <a:t> </a:t>
            </a:r>
            <a:r>
              <a:rPr lang="en-US" dirty="0" err="1">
                <a:effectLst/>
                <a:latin typeface="Calibri" panose="020F0502020204030204" pitchFamily="34" charset="0"/>
              </a:rPr>
              <a:t>λειτουργί</a:t>
            </a:r>
            <a:r>
              <a:rPr lang="en-US" dirty="0">
                <a:effectLst/>
                <a:latin typeface="Calibri" panose="020F0502020204030204" pitchFamily="34" charset="0"/>
              </a:rPr>
              <a:t>α</a:t>
            </a:r>
            <a:r>
              <a:rPr lang="en-US" dirty="0" err="1">
                <a:effectLst/>
                <a:latin typeface="Calibri" panose="020F0502020204030204" pitchFamily="34" charset="0"/>
              </a:rPr>
              <a:t>ς</a:t>
            </a:r>
            <a:r>
              <a:rPr lang="el-GR" dirty="0">
                <a:effectLst/>
                <a:latin typeface="Calibri" panose="020F0502020204030204" pitchFamily="34" charset="0"/>
              </a:rPr>
              <a:t>.</a:t>
            </a:r>
            <a:endParaRPr lang="en-US" dirty="0">
              <a:effectLst/>
              <a:latin typeface="Calibri" panose="020F0502020204030204" pitchFamily="34" charset="0"/>
            </a:endParaRPr>
          </a:p>
          <a:p>
            <a:pPr marL="0" indent="0">
              <a:buNone/>
            </a:pPr>
            <a:endParaRPr lang="el-GR" b="0" i="0" dirty="0">
              <a:effectLst/>
              <a:latin typeface="__fkGroteskNeue_598ab8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218FBC-B2D6-48CA-9289-C4110162E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01725" y="6229681"/>
            <a:ext cx="457200" cy="457200"/>
          </a:xfrm>
          <a:prstGeom prst="ellipse">
            <a:avLst/>
          </a:prstGeom>
          <a:blipFill dpi="0" rotWithShape="1">
            <a:blip r:embed="rId4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2DED9084-49DA-4911-ACB7-5F9E4DEFA0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918" y="6258874"/>
            <a:ext cx="398813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380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118BA95-03E7-41B7-B442-0AF8C0A7F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3048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59D8741-EAD6-41B1-A882-70D70FC358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1035" y="1679569"/>
            <a:ext cx="3498864" cy="3498858"/>
          </a:xfrm>
          <a:prstGeom prst="ellipse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400000"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</a:extLst>
            </a:blip>
            <a:srcRect/>
            <a:tile tx="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5444F36-3103-4D11-A25F-C054D4606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6134" y="1864667"/>
            <a:ext cx="3128666" cy="3128662"/>
          </a:xfrm>
          <a:prstGeom prst="ellipse">
            <a:avLst/>
          </a:prstGeom>
          <a:noFill/>
          <a:ln w="25400" cap="flat" cmpd="sng" algn="ctr">
            <a:solidFill>
              <a:sysClr val="window" lastClr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07F06-859F-5E1B-8D92-CB8F619C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0145" y="2376862"/>
            <a:ext cx="2640646" cy="2104273"/>
          </a:xfrm>
          <a:noFill/>
        </p:spPr>
        <p:txBody>
          <a:bodyPr>
            <a:normAutofit/>
          </a:bodyPr>
          <a:lstStyle/>
          <a:p>
            <a:pPr algn="ctr"/>
            <a:r>
              <a:rPr lang="el-GR" sz="2800" b="0" i="0" dirty="0" err="1">
                <a:solidFill>
                  <a:srgbClr val="FFFFFF"/>
                </a:solidFill>
                <a:effectLst/>
                <a:latin typeface="var(--font-fk-grotesk)"/>
              </a:rPr>
              <a:t>ΣυμπερΑσματα</a:t>
            </a:r>
            <a:endParaRPr lang="el-GR" sz="2800" dirty="0">
              <a:solidFill>
                <a:srgbClr val="FFFFFF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D9B3EAD-A2B3-42C4-927C-3455E3E69E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02277" y="3388659"/>
            <a:ext cx="3657600" cy="80683"/>
          </a:xfrm>
          <a:prstGeom prst="rect">
            <a:avLst/>
          </a:prstGeom>
          <a:blipFill dpi="0" rotWithShape="1">
            <a:blip r:embed="rId4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73FD03A0-27CD-410B-FD09-F9D2730E14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94075"/>
              </p:ext>
            </p:extLst>
          </p:nvPr>
        </p:nvGraphicFramePr>
        <p:xfrm>
          <a:off x="6081713" y="725488"/>
          <a:ext cx="5141912" cy="54070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56272681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A3D0CE2-91FF-49B3-A5D8-181E900D75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AEBD96-C315-4F53-9D9E-0E20E993EB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8916AAA-66F6-4DFA-88ED-7E27CF6B8D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137D43F-BAD6-47F1-AA65-AEEA38A2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D512C9B2-6B22-4211-A940-FCD7C2CD0B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85F7DB84-CDE7-46F8-90DD-9D048A7D52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l-GR"/>
            </a:p>
          </p:txBody>
        </p:sp>
      </p:grp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E8035907-EB9C-4E11-8A9B-D25B0AD8D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88952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F07F06-859F-5E1B-8D92-CB8F619C3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6516241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>
              <a:lnSpc>
                <a:spcPct val="80000"/>
              </a:lnSpc>
            </a:pPr>
            <a:r>
              <a:rPr lang="en-US" sz="88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Ερωτ</a:t>
            </a:r>
            <a:r>
              <a:rPr lang="el-GR" sz="8800" b="0" i="0" dirty="0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Η</a:t>
            </a:r>
            <a:r>
              <a:rPr lang="en-US" sz="8800" b="0" i="0" dirty="0" err="1">
                <a:blipFill dpi="0" rotWithShape="1">
                  <a:blip r:embed="rId4"/>
                  <a:srcRect/>
                  <a:tile tx="6350" ty="-127000" sx="65000" sy="64000" flip="none" algn="tl"/>
                </a:blipFill>
                <a:effectLst/>
              </a:rPr>
              <a:t>σεις</a:t>
            </a:r>
            <a:endParaRPr lang="en-US" sz="8800" dirty="0">
              <a:blipFill dpi="0" rotWithShape="1">
                <a:blip r:embed="rId4"/>
                <a:srcRect/>
                <a:tile tx="6350" ty="-127000" sx="65000" sy="64000" flip="none" algn="tl"/>
              </a:blip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9C69FA7-0958-4ED9-A0DF-E87A0C137B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702709" y="3388657"/>
            <a:ext cx="36576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l-GR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DB0A998-A5C6-45CB-ACF3-1CF639920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33595" y="1903304"/>
            <a:ext cx="3051394" cy="3051388"/>
            <a:chOff x="7933595" y="1903304"/>
            <a:chExt cx="3051394" cy="305138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4AB5B6FA-7B4F-437A-9C78-144C7DCD1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933595" y="1903304"/>
              <a:ext cx="3051394" cy="3051388"/>
            </a:xfrm>
            <a:prstGeom prst="ellipse">
              <a:avLst/>
            </a:prstGeom>
            <a:blipFill dpi="0" rotWithShape="1">
              <a:blip r:embed="rId6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7">
                        <a14:imgEffect>
                          <a14:saturation sat="400000"/>
                        </a14:imgEffect>
                        <a14:imgEffect>
                          <a14:brightnessContrast bright="-40000" contrast="40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A4199C21-6AE0-4F6F-AA96-6FFF97BB95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95024" y="2064730"/>
              <a:ext cx="2728540" cy="2728536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3141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Placeholder 6" descr="A close-up of a handshake&#10;&#10;Description automatically generated">
            <a:extLst>
              <a:ext uri="{FF2B5EF4-FFF2-40B4-BE49-F238E27FC236}">
                <a16:creationId xmlns:a16="http://schemas.microsoft.com/office/drawing/2014/main" id="{6E760538-EDAF-7410-B252-F4CD2834356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0" b="16620"/>
          <a:stretch>
            <a:fillRect/>
          </a:stretch>
        </p:blipFill>
        <p:spPr>
          <a:xfrm>
            <a:off x="0" y="-66675"/>
            <a:ext cx="12191985" cy="4578350"/>
          </a:xfr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3B0DD56-B052-000D-C195-DA998E7236D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191375" y="2486025"/>
            <a:ext cx="4600575" cy="70485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l-GR"/>
          </a:p>
        </p:txBody>
      </p:sp>
    </p:spTree>
    <p:extLst>
      <p:ext uri="{BB962C8B-B14F-4D97-AF65-F5344CB8AC3E}">
        <p14:creationId xmlns:p14="http://schemas.microsoft.com/office/powerpoint/2010/main" val="38182024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Ξυλογραφία">
  <a:themeElements>
    <a:clrScheme name="Προσαρμοσμένα 5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Ξυλογραφία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Ξυλογραφία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theme/theme2.xml><?xml version="1.0" encoding="utf-8"?>
<a:theme xmlns:a="http://schemas.openxmlformats.org/drawingml/2006/main" name="Συλλογη">
  <a:themeElements>
    <a:clrScheme name="Συλλογη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Συλλογη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Συλλογη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3.xml><?xml version="1.0" encoding="utf-8"?>
<a:theme xmlns:a="http://schemas.openxmlformats.org/drawingml/2006/main" name="Θέμα Office 2013 - 2022">
  <a:themeElements>
    <a:clrScheme name="Θέμα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Θέμα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Θέμα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3E4F19A7-A959-40BB-972C-4880BAF8EB09}"/>
    </a:ext>
  </a:extLst>
</a:theme>
</file>

<file path=ppt/theme/theme4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Θέμα του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3777</TotalTime>
  <Words>553</Words>
  <Application>Microsoft Macintosh PowerPoint</Application>
  <PresentationFormat>Ευρεία οθόνη</PresentationFormat>
  <Paragraphs>143</Paragraphs>
  <Slides>27</Slides>
  <Notes>9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12</vt:i4>
      </vt:variant>
      <vt:variant>
        <vt:lpstr>Θέμα</vt:lpstr>
      </vt:variant>
      <vt:variant>
        <vt:i4>3</vt:i4>
      </vt:variant>
      <vt:variant>
        <vt:lpstr>Τίτλοι διαφανειών</vt:lpstr>
      </vt:variant>
      <vt:variant>
        <vt:i4>27</vt:i4>
      </vt:variant>
    </vt:vector>
  </HeadingPairs>
  <TitlesOfParts>
    <vt:vector size="42" baseType="lpstr">
      <vt:lpstr>__fkGroteskNeue_598ab8</vt:lpstr>
      <vt:lpstr>Aptos</vt:lpstr>
      <vt:lpstr>Arial</vt:lpstr>
      <vt:lpstr>Calibri</vt:lpstr>
      <vt:lpstr>Calibri Light</vt:lpstr>
      <vt:lpstr>Cambria</vt:lpstr>
      <vt:lpstr>Gill Sans MT</vt:lpstr>
      <vt:lpstr>Rockwell</vt:lpstr>
      <vt:lpstr>Rockwell Condensed</vt:lpstr>
      <vt:lpstr>Rockwell Extra Bold</vt:lpstr>
      <vt:lpstr>var(--font-fk-grotesk)</vt:lpstr>
      <vt:lpstr>Wingdings</vt:lpstr>
      <vt:lpstr>Ξυλογραφία</vt:lpstr>
      <vt:lpstr>Συλλογη</vt:lpstr>
      <vt:lpstr>Θέμα Office 2013 - 2022</vt:lpstr>
      <vt:lpstr>ASS Inc – American SuperStore</vt:lpstr>
      <vt:lpstr>Περιεχομενα</vt:lpstr>
      <vt:lpstr>Εισαγωγη στην Εταιρεια</vt:lpstr>
      <vt:lpstr>Προετοιμασία Dataset</vt:lpstr>
      <vt:lpstr>Κυριες Μετρησεις</vt:lpstr>
      <vt:lpstr>ΜοντελοποΙηση και ΣυσχετΙσεις</vt:lpstr>
      <vt:lpstr>ΜοντελοποΙηση και ΣυσχετΙσεις (Weka)</vt:lpstr>
      <vt:lpstr>ΜοντελοποΙηση και ΣυσχετΙσεις(weka)</vt:lpstr>
      <vt:lpstr>ΠεριγραφικΑ ΣτατιστικΑ: ΚΕρδος και ΕκπτΩσεις</vt:lpstr>
      <vt:lpstr>Dashboards ΠωλΗσεων και ΚερδΩν</vt:lpstr>
      <vt:lpstr>Dashboards ΠωλΗσεων και ΚερδΩν</vt:lpstr>
      <vt:lpstr>DASHBOARDS ΠΩΛΗΣΕΩΝ ΚΑΙ ΚΕΡΔΩΝ ΑΝΑ ΠΕΡΙΟΧΗ</vt:lpstr>
      <vt:lpstr>Dashboards Πωλησεων και Κερδων</vt:lpstr>
      <vt:lpstr>Dashboards Πωλησεων και Κερδων</vt:lpstr>
      <vt:lpstr>Dashboards Πωλησεων και ΚερδΩν</vt:lpstr>
      <vt:lpstr>Dashboards Πωλησεων και ΚερδΩν</vt:lpstr>
      <vt:lpstr>Dashboards ΤμΗματα και προτιμΗσεις πελατΩν</vt:lpstr>
      <vt:lpstr>Dashboards ΤμΗματα και προτιμΗσεις πελαΤΩν</vt:lpstr>
      <vt:lpstr>Dashboard ΧρΟνου ΑποστολΗς</vt:lpstr>
      <vt:lpstr>ΚΑΤΑΚΕΡΜΑΤΙΣΜΟΣ ΠΕΛΑΤΩΝ ΣΕ ΚΑΤΗΓΟΡΙΕΣ</vt:lpstr>
      <vt:lpstr>Dashboard για την ΑγοραστικΗ ΔΥναμη του ΝοικοκυριΟΥ </vt:lpstr>
      <vt:lpstr>ΣυστΑσεις (ΒελτιστοποΙηση ΠωλΗσεων)</vt:lpstr>
      <vt:lpstr>ΣυστΑσεις (ΣτρατηγικΕς ΑΥξησης ΚερδΩν)</vt:lpstr>
      <vt:lpstr>ΣυστΑσεις (ΒελτΙωση ΔιαδικασΙΩν ΑποστολΗς)</vt:lpstr>
      <vt:lpstr>ΣυμπερΑσματα</vt:lpstr>
      <vt:lpstr>ΕρωτΗσεις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Fotios KALAMARAS</dc:creator>
  <cp:lastModifiedBy>Vasilia Damaskou</cp:lastModifiedBy>
  <cp:revision>23</cp:revision>
  <dcterms:created xsi:type="dcterms:W3CDTF">2024-11-02T13:42:49Z</dcterms:created>
  <dcterms:modified xsi:type="dcterms:W3CDTF">2024-11-26T22:27:09Z</dcterms:modified>
</cp:coreProperties>
</file>